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embeddedFontLst>
    <p:embeddedFont>
      <p:font typeface="Chakra Petch Medium"/>
      <p:regular r:id="rId50"/>
      <p:bold r:id="rId51"/>
      <p:italic r:id="rId52"/>
      <p:boldItalic r:id="rId53"/>
    </p:embeddedFont>
    <p:embeddedFont>
      <p:font typeface="Bebas Neue"/>
      <p:regular r:id="rId54"/>
    </p:embeddedFont>
    <p:embeddedFont>
      <p:font typeface="Fira Code"/>
      <p:regular r:id="rId55"/>
      <p:bold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ChakraPetchMedium-bold.fntdata"/><Relationship Id="rId50" Type="http://schemas.openxmlformats.org/officeDocument/2006/relationships/font" Target="fonts/ChakraPetchMedium-regular.fntdata"/><Relationship Id="rId53" Type="http://schemas.openxmlformats.org/officeDocument/2006/relationships/font" Target="fonts/ChakraPetchMedium-boldItalic.fntdata"/><Relationship Id="rId52" Type="http://schemas.openxmlformats.org/officeDocument/2006/relationships/font" Target="fonts/ChakraPetchMedium-italic.fntdata"/><Relationship Id="rId11" Type="http://schemas.openxmlformats.org/officeDocument/2006/relationships/slide" Target="slides/slide6.xml"/><Relationship Id="rId55" Type="http://schemas.openxmlformats.org/officeDocument/2006/relationships/font" Target="fonts/FiraCode-regular.fntdata"/><Relationship Id="rId10" Type="http://schemas.openxmlformats.org/officeDocument/2006/relationships/slide" Target="slides/slide5.xml"/><Relationship Id="rId54" Type="http://schemas.openxmlformats.org/officeDocument/2006/relationships/font" Target="fonts/BebasNeue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schemas.openxmlformats.org/officeDocument/2006/relationships/font" Target="fonts/FiraCode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281fda5eb78_0_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281fda5eb78_0_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281fda5eb78_0_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281fda5eb78_0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Jeux du telephone arabe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281fda5eb78_0_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281fda5eb78_0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281fda5eb78_0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281fda5eb78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1e80991d8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1e80991d8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1e80991d8e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1e80991d8e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1e80991d8e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1e80991d8e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Jeux de la crevasse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1e80991d8e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1e80991d8e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1e80991d8e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1e80991d8e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1e80991d8e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1e80991d8e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1e80991d8e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1e80991d8e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1e80991d8e5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1e80991d8e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1e80991d8e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1e80991d8e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1e80991d8e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1e80991d8e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1e80991d8e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1e80991d8e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1e80991d8e5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1e80991d8e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1e80991d8e5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1e80991d8e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1e80991d8e5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1e80991d8e5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1e80991d8e5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1e80991d8e5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1e80991d8e5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1e80991d8e5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1e80991d8e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1e80991d8e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1e80991d8e5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1e80991d8e5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1e80991d8e5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1e80991d8e5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1e80991d8e5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1e80991d8e5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1e80991d8e5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1e80991d8e5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1e80991d8e5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1e80991d8e5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1e80991d8e5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1e80991d8e5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1e80991d8e5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1e80991d8e5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1e80991d8e5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1e80991d8e5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1e80991d8e5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1e80991d8e5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1e80991d8e5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1e80991d8e5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1e80991d8e5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1e80991d8e5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1e80991d8e5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1e80991d8e5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1e80991d8e5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1e80991d8e5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Attention je vous ai dis que certains argument comme CMD ou ENTRYPOINT </a:t>
            </a:r>
            <a:r>
              <a:rPr lang="fr"/>
              <a:t>était</a:t>
            </a:r>
            <a:r>
              <a:rPr lang="fr"/>
              <a:t> obligatoire mais ici il n’y en a pas parce </a:t>
            </a:r>
            <a:r>
              <a:rPr lang="fr"/>
              <a:t>qu'on</a:t>
            </a:r>
            <a:r>
              <a:rPr lang="fr"/>
              <a:t> hérite du CMD ou ENTRYPOINT de ubuntu:18.04  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1e80991d8e5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1e80991d8e5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1e80991d8e5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1e80991d8e5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1e80991d8e5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1e80991d8e5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parler de dockerfile reference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1e80991d8e5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1e80991d8e5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1e80991d8e5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1e80991d8e5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1e80991d8e5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1e80991d8e5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parler de docker compose reference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1e80991d8e5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1e80991d8e5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1e80991d8e5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1e80991d8e5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1e80991d8e5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1e80991d8e5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Pour ceux qui ont </a:t>
            </a:r>
            <a:r>
              <a:rPr lang="fr"/>
              <a:t>terminé</a:t>
            </a:r>
            <a:r>
              <a:rPr lang="fr"/>
              <a:t>, 1. faire un dockerfile avec un build multi-staged  2. Avec Packer deployer et provisionner avec Ansible l’image docker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?utm_source=Slidesgo_template&amp;utm_medium=referral-link&amp;utm_campaign=SG_Credits&amp;utm_term=Freepik" TargetMode="External"/><Relationship Id="rId3" Type="http://schemas.openxmlformats.org/officeDocument/2006/relationships/hyperlink" Target="https://www.flaticon.com/?utm_source=slidesgo_template&amp;utm_medium=referral-link&amp;utm_campaign=sg_credits&amp;utm_content=flaticon" TargetMode="External"/><Relationship Id="rId4" Type="http://schemas.openxmlformats.org/officeDocument/2006/relationships/hyperlink" Target="https://www.freepik.com/home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10" name="Google Shape;10;p2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" name="Google Shape;11;p2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" name="Google Shape;12;p2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" name="Google Shape;15;p2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17" name="Google Shape;17;p2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9" name="Google Shape;19;p2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" name="Google Shape;20;p2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21" name="Google Shape;21;p2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" name="Google Shape;22;p2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23" name="Google Shape;23;p2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5" name="Google Shape;25;p2"/>
          <p:cNvSpPr txBox="1"/>
          <p:nvPr>
            <p:ph type="ctrTitle"/>
          </p:nvPr>
        </p:nvSpPr>
        <p:spPr>
          <a:xfrm>
            <a:off x="715150" y="941500"/>
            <a:ext cx="7713600" cy="30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500">
                <a:solidFill>
                  <a:srgbClr val="191919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6" name="Google Shape;26;p2"/>
          <p:cNvSpPr txBox="1"/>
          <p:nvPr>
            <p:ph idx="1" type="subTitle"/>
          </p:nvPr>
        </p:nvSpPr>
        <p:spPr>
          <a:xfrm>
            <a:off x="715250" y="3952400"/>
            <a:ext cx="7713600" cy="24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" name="Google Shape;27;p2"/>
          <p:cNvSpPr/>
          <p:nvPr/>
        </p:nvSpPr>
        <p:spPr>
          <a:xfrm>
            <a:off x="0" y="-11775"/>
            <a:ext cx="0" cy="1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3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30" name="Google Shape;30;p3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" name="Google Shape;35;p3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" name="Google Shape;36;p3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37" name="Google Shape;37;p3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9" name="Google Shape;39;p3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0" name="Google Shape;40;p3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41" name="Google Shape;41;p3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" name="Google Shape;42;p3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43" name="Google Shape;43;p3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5" name="Google Shape;45;p3"/>
          <p:cNvSpPr txBox="1"/>
          <p:nvPr>
            <p:ph type="title"/>
          </p:nvPr>
        </p:nvSpPr>
        <p:spPr>
          <a:xfrm>
            <a:off x="1908675" y="2364788"/>
            <a:ext cx="53265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" name="Google Shape;46;p3"/>
          <p:cNvSpPr txBox="1"/>
          <p:nvPr>
            <p:ph hasCustomPrompt="1" idx="2" type="title"/>
          </p:nvPr>
        </p:nvSpPr>
        <p:spPr>
          <a:xfrm>
            <a:off x="2996625" y="1522988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7" name="Google Shape;47;p3"/>
          <p:cNvSpPr txBox="1"/>
          <p:nvPr>
            <p:ph idx="1" type="subTitle"/>
          </p:nvPr>
        </p:nvSpPr>
        <p:spPr>
          <a:xfrm>
            <a:off x="1908825" y="3310913"/>
            <a:ext cx="5326500" cy="30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4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50" name="Google Shape;50;p4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" name="Google Shape;51;p4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" name="Google Shape;52;p4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" name="Google Shape;53;p4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" name="Google Shape;54;p4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5" name="Google Shape;55;p4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" name="Google Shape;56;p4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57" name="Google Shape;57;p4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9" name="Google Shape;59;p4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0" name="Google Shape;60;p4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61" name="Google Shape;61;p4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2" name="Google Shape;62;p4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63" name="Google Shape;63;p4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5" name="Google Shape;65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5908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AutoNum type="arabicPeriod"/>
              <a:defRPr sz="1000">
                <a:solidFill>
                  <a:srgbClr val="434343"/>
                </a:solidFill>
              </a:defRPr>
            </a:lvl1pPr>
            <a:lvl2pPr indent="-25908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25908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25908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259079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259079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259079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259079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259079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5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69" name="Google Shape;69;p5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" name="Google Shape;70;p5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" name="Google Shape;71;p5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" name="Google Shape;72;p5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" name="Google Shape;73;p5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4" name="Google Shape;74;p5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" name="Google Shape;75;p5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76" name="Google Shape;76;p5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8" name="Google Shape;78;p5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9" name="Google Shape;79;p5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80" name="Google Shape;80;p5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1" name="Google Shape;81;p5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82" name="Google Shape;82;p5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5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4" name="Google Shape;84;p5"/>
          <p:cNvSpPr txBox="1"/>
          <p:nvPr>
            <p:ph idx="1" type="subTitle"/>
          </p:nvPr>
        </p:nvSpPr>
        <p:spPr>
          <a:xfrm>
            <a:off x="897338" y="1992600"/>
            <a:ext cx="33906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5" name="Google Shape;85;p5"/>
          <p:cNvSpPr txBox="1"/>
          <p:nvPr>
            <p:ph idx="2" type="subTitle"/>
          </p:nvPr>
        </p:nvSpPr>
        <p:spPr>
          <a:xfrm>
            <a:off x="4856037" y="1992600"/>
            <a:ext cx="33906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" name="Google Shape;86;p5"/>
          <p:cNvSpPr txBox="1"/>
          <p:nvPr>
            <p:ph idx="3" type="subTitle"/>
          </p:nvPr>
        </p:nvSpPr>
        <p:spPr>
          <a:xfrm>
            <a:off x="897338" y="2437500"/>
            <a:ext cx="33906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"/>
          <p:cNvSpPr txBox="1"/>
          <p:nvPr>
            <p:ph idx="4" type="subTitle"/>
          </p:nvPr>
        </p:nvSpPr>
        <p:spPr>
          <a:xfrm>
            <a:off x="4856038" y="2437500"/>
            <a:ext cx="33906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6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91" name="Google Shape;91;p6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" name="Google Shape;92;p6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" name="Google Shape;93;p6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" name="Google Shape;94;p6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" name="Google Shape;95;p6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6" name="Google Shape;96;p6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" name="Google Shape;97;p6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98" name="Google Shape;98;p6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0" name="Google Shape;100;p6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1" name="Google Shape;101;p6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102" name="Google Shape;102;p6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3" name="Google Shape;103;p6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104" name="Google Shape;104;p6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6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6" name="Google Shape;106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7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109" name="Google Shape;109;p7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" name="Google Shape;110;p7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" name="Google Shape;111;p7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" name="Google Shape;112;p7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" name="Google Shape;113;p7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4" name="Google Shape;114;p7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" name="Google Shape;115;p7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116" name="Google Shape;116;p7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8" name="Google Shape;118;p7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9" name="Google Shape;119;p7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120" name="Google Shape;120;p7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1" name="Google Shape;121;p7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122" name="Google Shape;122;p7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7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4" name="Google Shape;124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5" name="Google Shape;125;p7"/>
          <p:cNvSpPr txBox="1"/>
          <p:nvPr>
            <p:ph idx="1" type="body"/>
          </p:nvPr>
        </p:nvSpPr>
        <p:spPr>
          <a:xfrm>
            <a:off x="720000" y="1152475"/>
            <a:ext cx="51993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4C96"/>
              </a:buClr>
              <a:buSzPts val="1600"/>
              <a:buFont typeface="Poppins"/>
              <a:buChar char="●"/>
              <a:defRPr sz="1500">
                <a:solidFill>
                  <a:srgbClr val="434343"/>
                </a:solidFill>
              </a:defRPr>
            </a:lvl1pPr>
            <a:lvl2pPr indent="-3302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○"/>
              <a:defRPr>
                <a:solidFill>
                  <a:srgbClr val="434343"/>
                </a:solidFill>
              </a:defRPr>
            </a:lvl2pPr>
            <a:lvl3pPr indent="-3302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■"/>
              <a:defRPr>
                <a:solidFill>
                  <a:srgbClr val="434343"/>
                </a:solidFill>
              </a:defRPr>
            </a:lvl3pPr>
            <a:lvl4pPr indent="-3302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●"/>
              <a:defRPr>
                <a:solidFill>
                  <a:srgbClr val="434343"/>
                </a:solidFill>
              </a:defRPr>
            </a:lvl4pPr>
            <a:lvl5pPr indent="-3302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○"/>
              <a:defRPr>
                <a:solidFill>
                  <a:srgbClr val="434343"/>
                </a:solidFill>
              </a:defRPr>
            </a:lvl5pPr>
            <a:lvl6pPr indent="-3302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■"/>
              <a:defRPr>
                <a:solidFill>
                  <a:srgbClr val="434343"/>
                </a:solidFill>
              </a:defRPr>
            </a:lvl6pPr>
            <a:lvl7pPr indent="-3302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●"/>
              <a:defRPr>
                <a:solidFill>
                  <a:srgbClr val="434343"/>
                </a:solidFill>
              </a:defRPr>
            </a:lvl7pPr>
            <a:lvl8pPr indent="-3302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○"/>
              <a:defRPr>
                <a:solidFill>
                  <a:srgbClr val="434343"/>
                </a:solidFill>
              </a:defRPr>
            </a:lvl8pPr>
            <a:lvl9pPr indent="-3302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8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128" name="Google Shape;128;p8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" name="Google Shape;129;p8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" name="Google Shape;130;p8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" name="Google Shape;131;p8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" name="Google Shape;132;p8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3" name="Google Shape;133;p8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" name="Google Shape;134;p8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135" name="Google Shape;135;p8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8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7" name="Google Shape;137;p8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8" name="Google Shape;138;p8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139" name="Google Shape;139;p8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0" name="Google Shape;140;p8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141" name="Google Shape;141;p8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8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3" name="Google Shape;143;p8"/>
          <p:cNvSpPr txBox="1"/>
          <p:nvPr>
            <p:ph type="title"/>
          </p:nvPr>
        </p:nvSpPr>
        <p:spPr>
          <a:xfrm>
            <a:off x="715050" y="960600"/>
            <a:ext cx="7713900" cy="32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1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9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146" name="Google Shape;146;p9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" name="Google Shape;147;p9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" name="Google Shape;148;p9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" name="Google Shape;149;p9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9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1" name="Google Shape;151;p9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2" name="Google Shape;152;p9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153" name="Google Shape;153;p9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9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55" name="Google Shape;155;p9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6" name="Google Shape;156;p9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157" name="Google Shape;157;p9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8" name="Google Shape;158;p9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159" name="Google Shape;159;p9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9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1" name="Google Shape;161;p9"/>
          <p:cNvSpPr txBox="1"/>
          <p:nvPr>
            <p:ph type="title"/>
          </p:nvPr>
        </p:nvSpPr>
        <p:spPr>
          <a:xfrm>
            <a:off x="715100" y="1547575"/>
            <a:ext cx="4661100" cy="64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2" name="Google Shape;162;p9"/>
          <p:cNvSpPr txBox="1"/>
          <p:nvPr>
            <p:ph idx="1" type="subTitle"/>
          </p:nvPr>
        </p:nvSpPr>
        <p:spPr>
          <a:xfrm>
            <a:off x="715100" y="2305922"/>
            <a:ext cx="4661100" cy="129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0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165" name="Google Shape;165;p10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" name="Google Shape;166;p10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" name="Google Shape;167;p10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" name="Google Shape;168;p10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" name="Google Shape;169;p10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0" name="Google Shape;170;p10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" name="Google Shape;171;p10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172" name="Google Shape;172;p10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0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74" name="Google Shape;174;p10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5" name="Google Shape;175;p10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176" name="Google Shape;176;p10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7" name="Google Shape;177;p10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178" name="Google Shape;178;p10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10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0" name="Google Shape;180;p10"/>
          <p:cNvSpPr txBox="1"/>
          <p:nvPr>
            <p:ph type="title"/>
          </p:nvPr>
        </p:nvSpPr>
        <p:spPr>
          <a:xfrm>
            <a:off x="715100" y="4044450"/>
            <a:ext cx="7713900" cy="5640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p11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183" name="Google Shape;183;p11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" name="Google Shape;184;p11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5" name="Google Shape;185;p11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6" name="Google Shape;186;p11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7" name="Google Shape;187;p11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8" name="Google Shape;188;p11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9" name="Google Shape;189;p11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190" name="Google Shape;190;p11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92" name="Google Shape;192;p11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3" name="Google Shape;193;p11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194" name="Google Shape;194;p11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5" name="Google Shape;195;p11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196" name="Google Shape;196;p11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8" name="Google Shape;198;p11"/>
          <p:cNvSpPr txBox="1"/>
          <p:nvPr>
            <p:ph hasCustomPrompt="1" type="title"/>
          </p:nvPr>
        </p:nvSpPr>
        <p:spPr>
          <a:xfrm>
            <a:off x="1284000" y="1459475"/>
            <a:ext cx="6576000" cy="15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99" name="Google Shape;199;p11"/>
          <p:cNvSpPr txBox="1"/>
          <p:nvPr>
            <p:ph idx="1" type="subTitle"/>
          </p:nvPr>
        </p:nvSpPr>
        <p:spPr>
          <a:xfrm>
            <a:off x="1284000" y="2970625"/>
            <a:ext cx="65760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13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203" name="Google Shape;203;p13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" name="Google Shape;204;p13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5" name="Google Shape;205;p13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6" name="Google Shape;206;p13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" name="Google Shape;207;p13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8" name="Google Shape;208;p13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9" name="Google Shape;209;p13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210" name="Google Shape;210;p13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12" name="Google Shape;212;p13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3" name="Google Shape;213;p13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214" name="Google Shape;214;p13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5" name="Google Shape;215;p13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216" name="Google Shape;216;p13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3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18" name="Google Shape;218;p13"/>
          <p:cNvSpPr txBox="1"/>
          <p:nvPr>
            <p:ph type="title"/>
          </p:nvPr>
        </p:nvSpPr>
        <p:spPr>
          <a:xfrm>
            <a:off x="1407500" y="637150"/>
            <a:ext cx="4959000" cy="31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19" name="Google Shape;219;p13"/>
          <p:cNvSpPr txBox="1"/>
          <p:nvPr>
            <p:ph hasCustomPrompt="1" idx="2" type="title"/>
          </p:nvPr>
        </p:nvSpPr>
        <p:spPr>
          <a:xfrm>
            <a:off x="715100" y="637150"/>
            <a:ext cx="692400" cy="31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0" name="Google Shape;220;p13"/>
          <p:cNvSpPr txBox="1"/>
          <p:nvPr>
            <p:ph idx="1" type="subTitle"/>
          </p:nvPr>
        </p:nvSpPr>
        <p:spPr>
          <a:xfrm>
            <a:off x="722600" y="1019450"/>
            <a:ext cx="5640900" cy="1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13"/>
          <p:cNvSpPr txBox="1"/>
          <p:nvPr>
            <p:ph idx="3" type="title"/>
          </p:nvPr>
        </p:nvSpPr>
        <p:spPr>
          <a:xfrm>
            <a:off x="1407500" y="1459300"/>
            <a:ext cx="4959000" cy="31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22" name="Google Shape;222;p13"/>
          <p:cNvSpPr txBox="1"/>
          <p:nvPr>
            <p:ph hasCustomPrompt="1" idx="4" type="title"/>
          </p:nvPr>
        </p:nvSpPr>
        <p:spPr>
          <a:xfrm>
            <a:off x="718850" y="1459300"/>
            <a:ext cx="692400" cy="31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3" name="Google Shape;223;p13"/>
          <p:cNvSpPr txBox="1"/>
          <p:nvPr>
            <p:ph idx="5" type="subTitle"/>
          </p:nvPr>
        </p:nvSpPr>
        <p:spPr>
          <a:xfrm>
            <a:off x="725560" y="1841600"/>
            <a:ext cx="5640900" cy="1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13"/>
          <p:cNvSpPr txBox="1"/>
          <p:nvPr>
            <p:ph idx="6" type="title"/>
          </p:nvPr>
        </p:nvSpPr>
        <p:spPr>
          <a:xfrm>
            <a:off x="1407500" y="2281450"/>
            <a:ext cx="4959000" cy="31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25" name="Google Shape;225;p13"/>
          <p:cNvSpPr txBox="1"/>
          <p:nvPr>
            <p:ph hasCustomPrompt="1" idx="7" type="title"/>
          </p:nvPr>
        </p:nvSpPr>
        <p:spPr>
          <a:xfrm>
            <a:off x="718850" y="2281450"/>
            <a:ext cx="692400" cy="31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" name="Google Shape;226;p13"/>
          <p:cNvSpPr txBox="1"/>
          <p:nvPr>
            <p:ph idx="8" type="subTitle"/>
          </p:nvPr>
        </p:nvSpPr>
        <p:spPr>
          <a:xfrm>
            <a:off x="725560" y="2663750"/>
            <a:ext cx="5640900" cy="1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13"/>
          <p:cNvSpPr txBox="1"/>
          <p:nvPr>
            <p:ph idx="9" type="title"/>
          </p:nvPr>
        </p:nvSpPr>
        <p:spPr>
          <a:xfrm>
            <a:off x="1407500" y="3179800"/>
            <a:ext cx="4959000" cy="31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28" name="Google Shape;228;p13"/>
          <p:cNvSpPr txBox="1"/>
          <p:nvPr>
            <p:ph hasCustomPrompt="1" idx="13" type="title"/>
          </p:nvPr>
        </p:nvSpPr>
        <p:spPr>
          <a:xfrm>
            <a:off x="718850" y="3179800"/>
            <a:ext cx="692400" cy="31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9" name="Google Shape;229;p13"/>
          <p:cNvSpPr txBox="1"/>
          <p:nvPr>
            <p:ph idx="14" type="subTitle"/>
          </p:nvPr>
        </p:nvSpPr>
        <p:spPr>
          <a:xfrm>
            <a:off x="725560" y="3562100"/>
            <a:ext cx="5640900" cy="1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13"/>
          <p:cNvSpPr txBox="1"/>
          <p:nvPr>
            <p:ph idx="15" type="title"/>
          </p:nvPr>
        </p:nvSpPr>
        <p:spPr>
          <a:xfrm>
            <a:off x="1407500" y="4001950"/>
            <a:ext cx="4959000" cy="31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1" name="Google Shape;231;p13"/>
          <p:cNvSpPr txBox="1"/>
          <p:nvPr>
            <p:ph hasCustomPrompt="1" idx="16" type="title"/>
          </p:nvPr>
        </p:nvSpPr>
        <p:spPr>
          <a:xfrm>
            <a:off x="718850" y="4001950"/>
            <a:ext cx="692400" cy="31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2" name="Google Shape;232;p13"/>
          <p:cNvSpPr txBox="1"/>
          <p:nvPr>
            <p:ph idx="17" type="subTitle"/>
          </p:nvPr>
        </p:nvSpPr>
        <p:spPr>
          <a:xfrm>
            <a:off x="725560" y="4384250"/>
            <a:ext cx="5640900" cy="1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14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235" name="Google Shape;235;p14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6" name="Google Shape;236;p14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14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8" name="Google Shape;238;p14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9" name="Google Shape;239;p14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0" name="Google Shape;240;p14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1" name="Google Shape;241;p14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242" name="Google Shape;242;p14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44" name="Google Shape;244;p14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5" name="Google Shape;245;p14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246" name="Google Shape;246;p14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7" name="Google Shape;247;p14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248" name="Google Shape;248;p14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14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50" name="Google Shape;250;p14"/>
          <p:cNvSpPr txBox="1"/>
          <p:nvPr>
            <p:ph type="title"/>
          </p:nvPr>
        </p:nvSpPr>
        <p:spPr>
          <a:xfrm>
            <a:off x="2290050" y="3277575"/>
            <a:ext cx="45639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51" name="Google Shape;251;p14"/>
          <p:cNvSpPr txBox="1"/>
          <p:nvPr>
            <p:ph idx="1" type="subTitle"/>
          </p:nvPr>
        </p:nvSpPr>
        <p:spPr>
          <a:xfrm>
            <a:off x="715050" y="1334025"/>
            <a:ext cx="7713900" cy="174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15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254" name="Google Shape;254;p15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5" name="Google Shape;255;p15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6" name="Google Shape;256;p15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7" name="Google Shape;257;p15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8" name="Google Shape;258;p15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9" name="Google Shape;259;p15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0" name="Google Shape;260;p15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261" name="Google Shape;261;p15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5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63" name="Google Shape;263;p15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64" name="Google Shape;264;p15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265" name="Google Shape;265;p15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6" name="Google Shape;266;p15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267" name="Google Shape;267;p15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15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9" name="Google Shape;269;p15"/>
          <p:cNvSpPr txBox="1"/>
          <p:nvPr>
            <p:ph idx="1" type="subTitle"/>
          </p:nvPr>
        </p:nvSpPr>
        <p:spPr>
          <a:xfrm>
            <a:off x="1844400" y="2739675"/>
            <a:ext cx="5455200" cy="69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15"/>
          <p:cNvSpPr txBox="1"/>
          <p:nvPr>
            <p:ph type="title"/>
          </p:nvPr>
        </p:nvSpPr>
        <p:spPr>
          <a:xfrm>
            <a:off x="1844413" y="1467150"/>
            <a:ext cx="5455200" cy="10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1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6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273" name="Google Shape;273;p16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" name="Google Shape;274;p16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" name="Google Shape;275;p16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" name="Google Shape;276;p16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" name="Google Shape;277;p16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78" name="Google Shape;278;p16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9" name="Google Shape;279;p16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280" name="Google Shape;280;p16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6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82" name="Google Shape;282;p16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83" name="Google Shape;283;p16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284" name="Google Shape;284;p16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5" name="Google Shape;285;p16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286" name="Google Shape;286;p16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16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88" name="Google Shape;288;p16"/>
          <p:cNvSpPr txBox="1"/>
          <p:nvPr>
            <p:ph type="title"/>
          </p:nvPr>
        </p:nvSpPr>
        <p:spPr>
          <a:xfrm>
            <a:off x="720000" y="1661338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9" name="Google Shape;289;p16"/>
          <p:cNvSpPr txBox="1"/>
          <p:nvPr>
            <p:ph idx="1" type="subTitle"/>
          </p:nvPr>
        </p:nvSpPr>
        <p:spPr>
          <a:xfrm>
            <a:off x="720000" y="2247880"/>
            <a:ext cx="2336400" cy="6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16"/>
          <p:cNvSpPr txBox="1"/>
          <p:nvPr>
            <p:ph idx="2" type="title"/>
          </p:nvPr>
        </p:nvSpPr>
        <p:spPr>
          <a:xfrm>
            <a:off x="3403800" y="1661338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91" name="Google Shape;291;p16"/>
          <p:cNvSpPr txBox="1"/>
          <p:nvPr>
            <p:ph idx="3" type="subTitle"/>
          </p:nvPr>
        </p:nvSpPr>
        <p:spPr>
          <a:xfrm>
            <a:off x="3403800" y="2247880"/>
            <a:ext cx="2336400" cy="6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16"/>
          <p:cNvSpPr txBox="1"/>
          <p:nvPr>
            <p:ph idx="4" type="title"/>
          </p:nvPr>
        </p:nvSpPr>
        <p:spPr>
          <a:xfrm>
            <a:off x="6087600" y="1661338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93" name="Google Shape;293;p16"/>
          <p:cNvSpPr txBox="1"/>
          <p:nvPr>
            <p:ph idx="5" type="subTitle"/>
          </p:nvPr>
        </p:nvSpPr>
        <p:spPr>
          <a:xfrm>
            <a:off x="6087600" y="2247880"/>
            <a:ext cx="2336400" cy="6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16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oogle Shape;296;p17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297" name="Google Shape;297;p17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17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9" name="Google Shape;299;p17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" name="Google Shape;300;p17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" name="Google Shape;301;p17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2" name="Google Shape;302;p17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3" name="Google Shape;303;p17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304" name="Google Shape;304;p17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7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06" name="Google Shape;306;p17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7" name="Google Shape;307;p17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308" name="Google Shape;308;p17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9" name="Google Shape;309;p17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310" name="Google Shape;310;p17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17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12" name="Google Shape;312;p17"/>
          <p:cNvSpPr txBox="1"/>
          <p:nvPr>
            <p:ph type="title"/>
          </p:nvPr>
        </p:nvSpPr>
        <p:spPr>
          <a:xfrm>
            <a:off x="720000" y="3103925"/>
            <a:ext cx="2514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13" name="Google Shape;313;p17"/>
          <p:cNvSpPr txBox="1"/>
          <p:nvPr>
            <p:ph idx="1" type="subTitle"/>
          </p:nvPr>
        </p:nvSpPr>
        <p:spPr>
          <a:xfrm>
            <a:off x="720000" y="3631625"/>
            <a:ext cx="2514300" cy="62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17"/>
          <p:cNvSpPr txBox="1"/>
          <p:nvPr>
            <p:ph idx="2" type="title"/>
          </p:nvPr>
        </p:nvSpPr>
        <p:spPr>
          <a:xfrm>
            <a:off x="3314850" y="3103925"/>
            <a:ext cx="2514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15" name="Google Shape;315;p17"/>
          <p:cNvSpPr txBox="1"/>
          <p:nvPr>
            <p:ph idx="3" type="subTitle"/>
          </p:nvPr>
        </p:nvSpPr>
        <p:spPr>
          <a:xfrm>
            <a:off x="3314850" y="3631625"/>
            <a:ext cx="2514300" cy="62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17"/>
          <p:cNvSpPr txBox="1"/>
          <p:nvPr>
            <p:ph idx="4" type="title"/>
          </p:nvPr>
        </p:nvSpPr>
        <p:spPr>
          <a:xfrm>
            <a:off x="5909700" y="3103925"/>
            <a:ext cx="2514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17" name="Google Shape;317;p17"/>
          <p:cNvSpPr txBox="1"/>
          <p:nvPr>
            <p:ph idx="5" type="subTitle"/>
          </p:nvPr>
        </p:nvSpPr>
        <p:spPr>
          <a:xfrm>
            <a:off x="5909700" y="3631625"/>
            <a:ext cx="2514300" cy="62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17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oogle Shape;320;p18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321" name="Google Shape;321;p18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2" name="Google Shape;322;p18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3" name="Google Shape;323;p18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" name="Google Shape;324;p18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5" name="Google Shape;325;p18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6" name="Google Shape;326;p18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7" name="Google Shape;327;p18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328" name="Google Shape;328;p18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8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30" name="Google Shape;330;p18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1" name="Google Shape;331;p18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332" name="Google Shape;332;p18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3" name="Google Shape;333;p18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334" name="Google Shape;334;p18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18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36" name="Google Shape;336;p18"/>
          <p:cNvSpPr txBox="1"/>
          <p:nvPr>
            <p:ph type="title"/>
          </p:nvPr>
        </p:nvSpPr>
        <p:spPr>
          <a:xfrm>
            <a:off x="720000" y="1913963"/>
            <a:ext cx="3602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37" name="Google Shape;337;p18"/>
          <p:cNvSpPr txBox="1"/>
          <p:nvPr>
            <p:ph idx="1" type="subTitle"/>
          </p:nvPr>
        </p:nvSpPr>
        <p:spPr>
          <a:xfrm>
            <a:off x="720000" y="2424288"/>
            <a:ext cx="3602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18"/>
          <p:cNvSpPr txBox="1"/>
          <p:nvPr>
            <p:ph idx="2" type="title"/>
          </p:nvPr>
        </p:nvSpPr>
        <p:spPr>
          <a:xfrm>
            <a:off x="4821900" y="1913963"/>
            <a:ext cx="3602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39" name="Google Shape;339;p18"/>
          <p:cNvSpPr txBox="1"/>
          <p:nvPr>
            <p:ph idx="3" type="subTitle"/>
          </p:nvPr>
        </p:nvSpPr>
        <p:spPr>
          <a:xfrm>
            <a:off x="4821900" y="2424288"/>
            <a:ext cx="3602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18"/>
          <p:cNvSpPr txBox="1"/>
          <p:nvPr>
            <p:ph idx="4" type="title"/>
          </p:nvPr>
        </p:nvSpPr>
        <p:spPr>
          <a:xfrm>
            <a:off x="720000" y="3613375"/>
            <a:ext cx="3602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41" name="Google Shape;341;p18"/>
          <p:cNvSpPr txBox="1"/>
          <p:nvPr>
            <p:ph idx="5" type="subTitle"/>
          </p:nvPr>
        </p:nvSpPr>
        <p:spPr>
          <a:xfrm>
            <a:off x="720000" y="4123700"/>
            <a:ext cx="3602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18"/>
          <p:cNvSpPr txBox="1"/>
          <p:nvPr>
            <p:ph idx="6" type="title"/>
          </p:nvPr>
        </p:nvSpPr>
        <p:spPr>
          <a:xfrm>
            <a:off x="4821900" y="3613375"/>
            <a:ext cx="3602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43" name="Google Shape;343;p18"/>
          <p:cNvSpPr txBox="1"/>
          <p:nvPr>
            <p:ph idx="7" type="subTitle"/>
          </p:nvPr>
        </p:nvSpPr>
        <p:spPr>
          <a:xfrm>
            <a:off x="4821900" y="4123700"/>
            <a:ext cx="3602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18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" name="Google Shape;346;p19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347" name="Google Shape;347;p19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8" name="Google Shape;348;p19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19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19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19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2" name="Google Shape;352;p19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3" name="Google Shape;353;p19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354" name="Google Shape;354;p19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9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56" name="Google Shape;356;p19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7" name="Google Shape;357;p19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358" name="Google Shape;358;p19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9" name="Google Shape;359;p19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360" name="Google Shape;360;p19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19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62" name="Google Shape;362;p19"/>
          <p:cNvSpPr txBox="1"/>
          <p:nvPr>
            <p:ph type="title"/>
          </p:nvPr>
        </p:nvSpPr>
        <p:spPr>
          <a:xfrm>
            <a:off x="720000" y="1784425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63" name="Google Shape;363;p19"/>
          <p:cNvSpPr txBox="1"/>
          <p:nvPr>
            <p:ph idx="1" type="subTitle"/>
          </p:nvPr>
        </p:nvSpPr>
        <p:spPr>
          <a:xfrm>
            <a:off x="720000" y="2269375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4" name="Google Shape;364;p19"/>
          <p:cNvSpPr txBox="1"/>
          <p:nvPr>
            <p:ph idx="2" type="title"/>
          </p:nvPr>
        </p:nvSpPr>
        <p:spPr>
          <a:xfrm>
            <a:off x="3419271" y="1784425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65" name="Google Shape;365;p19"/>
          <p:cNvSpPr txBox="1"/>
          <p:nvPr>
            <p:ph idx="3" type="subTitle"/>
          </p:nvPr>
        </p:nvSpPr>
        <p:spPr>
          <a:xfrm>
            <a:off x="3419269" y="2269375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19"/>
          <p:cNvSpPr txBox="1"/>
          <p:nvPr>
            <p:ph idx="4" type="title"/>
          </p:nvPr>
        </p:nvSpPr>
        <p:spPr>
          <a:xfrm>
            <a:off x="720000" y="3638750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67" name="Google Shape;367;p19"/>
          <p:cNvSpPr txBox="1"/>
          <p:nvPr>
            <p:ph idx="5" type="subTitle"/>
          </p:nvPr>
        </p:nvSpPr>
        <p:spPr>
          <a:xfrm>
            <a:off x="720000" y="4123700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19"/>
          <p:cNvSpPr txBox="1"/>
          <p:nvPr>
            <p:ph idx="6" type="title"/>
          </p:nvPr>
        </p:nvSpPr>
        <p:spPr>
          <a:xfrm>
            <a:off x="3419271" y="3638750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69" name="Google Shape;369;p19"/>
          <p:cNvSpPr txBox="1"/>
          <p:nvPr>
            <p:ph idx="7" type="subTitle"/>
          </p:nvPr>
        </p:nvSpPr>
        <p:spPr>
          <a:xfrm>
            <a:off x="3419269" y="4123700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19"/>
          <p:cNvSpPr txBox="1"/>
          <p:nvPr>
            <p:ph idx="8" type="title"/>
          </p:nvPr>
        </p:nvSpPr>
        <p:spPr>
          <a:xfrm>
            <a:off x="6118549" y="1784425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71" name="Google Shape;371;p19"/>
          <p:cNvSpPr txBox="1"/>
          <p:nvPr>
            <p:ph idx="9" type="subTitle"/>
          </p:nvPr>
        </p:nvSpPr>
        <p:spPr>
          <a:xfrm>
            <a:off x="6118545" y="2269375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19"/>
          <p:cNvSpPr txBox="1"/>
          <p:nvPr>
            <p:ph idx="13" type="title"/>
          </p:nvPr>
        </p:nvSpPr>
        <p:spPr>
          <a:xfrm>
            <a:off x="6118549" y="3638750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73" name="Google Shape;373;p19"/>
          <p:cNvSpPr txBox="1"/>
          <p:nvPr>
            <p:ph idx="14" type="subTitle"/>
          </p:nvPr>
        </p:nvSpPr>
        <p:spPr>
          <a:xfrm>
            <a:off x="6118545" y="4123700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19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6" name="Google Shape;376;p20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377" name="Google Shape;377;p20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8" name="Google Shape;378;p20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9" name="Google Shape;379;p20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0" name="Google Shape;380;p20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" name="Google Shape;381;p20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82" name="Google Shape;382;p20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3" name="Google Shape;383;p20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384" name="Google Shape;384;p20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0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86" name="Google Shape;386;p20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87" name="Google Shape;387;p20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388" name="Google Shape;388;p20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9" name="Google Shape;389;p20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390" name="Google Shape;390;p20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20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92" name="Google Shape;392;p20"/>
          <p:cNvSpPr txBox="1"/>
          <p:nvPr>
            <p:ph hasCustomPrompt="1" type="title"/>
          </p:nvPr>
        </p:nvSpPr>
        <p:spPr>
          <a:xfrm>
            <a:off x="1284000" y="540000"/>
            <a:ext cx="6576000" cy="7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93" name="Google Shape;393;p20"/>
          <p:cNvSpPr txBox="1"/>
          <p:nvPr>
            <p:ph idx="1" type="subTitle"/>
          </p:nvPr>
        </p:nvSpPr>
        <p:spPr>
          <a:xfrm>
            <a:off x="1284000" y="1305425"/>
            <a:ext cx="6576000" cy="3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20"/>
          <p:cNvSpPr txBox="1"/>
          <p:nvPr>
            <p:ph hasCustomPrompt="1" idx="2" type="title"/>
          </p:nvPr>
        </p:nvSpPr>
        <p:spPr>
          <a:xfrm>
            <a:off x="1284000" y="1996149"/>
            <a:ext cx="6576000" cy="7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95" name="Google Shape;395;p20"/>
          <p:cNvSpPr txBox="1"/>
          <p:nvPr>
            <p:ph idx="3" type="subTitle"/>
          </p:nvPr>
        </p:nvSpPr>
        <p:spPr>
          <a:xfrm>
            <a:off x="1284000" y="2761573"/>
            <a:ext cx="6576000" cy="3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20"/>
          <p:cNvSpPr txBox="1"/>
          <p:nvPr>
            <p:ph hasCustomPrompt="1" idx="4" type="title"/>
          </p:nvPr>
        </p:nvSpPr>
        <p:spPr>
          <a:xfrm>
            <a:off x="1284000" y="3452300"/>
            <a:ext cx="6576000" cy="7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97" name="Google Shape;397;p20"/>
          <p:cNvSpPr txBox="1"/>
          <p:nvPr>
            <p:ph idx="5" type="subTitle"/>
          </p:nvPr>
        </p:nvSpPr>
        <p:spPr>
          <a:xfrm>
            <a:off x="1284000" y="4217598"/>
            <a:ext cx="6576000" cy="3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oogle Shape;399;p21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400" name="Google Shape;400;p21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" name="Google Shape;401;p21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2" name="Google Shape;402;p21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3" name="Google Shape;403;p21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4" name="Google Shape;404;p21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5" name="Google Shape;405;p21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6" name="Google Shape;406;p21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407" name="Google Shape;407;p21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1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09" name="Google Shape;409;p21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10" name="Google Shape;410;p21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411" name="Google Shape;411;p21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2" name="Google Shape;412;p21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413" name="Google Shape;413;p21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21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15" name="Google Shape;415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16" name="Google Shape;416;p21"/>
          <p:cNvSpPr txBox="1"/>
          <p:nvPr>
            <p:ph idx="1" type="subTitle"/>
          </p:nvPr>
        </p:nvSpPr>
        <p:spPr>
          <a:xfrm>
            <a:off x="3452813" y="3309800"/>
            <a:ext cx="22383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9pPr>
          </a:lstStyle>
          <a:p/>
        </p:txBody>
      </p:sp>
      <p:sp>
        <p:nvSpPr>
          <p:cNvPr id="417" name="Google Shape;417;p21"/>
          <p:cNvSpPr txBox="1"/>
          <p:nvPr>
            <p:ph idx="2" type="subTitle"/>
          </p:nvPr>
        </p:nvSpPr>
        <p:spPr>
          <a:xfrm>
            <a:off x="3452713" y="3820050"/>
            <a:ext cx="2238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18" name="Google Shape;418;p21"/>
          <p:cNvSpPr txBox="1"/>
          <p:nvPr>
            <p:ph idx="3" type="subTitle"/>
          </p:nvPr>
        </p:nvSpPr>
        <p:spPr>
          <a:xfrm>
            <a:off x="1034163" y="3309800"/>
            <a:ext cx="22383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9pPr>
          </a:lstStyle>
          <a:p/>
        </p:txBody>
      </p:sp>
      <p:sp>
        <p:nvSpPr>
          <p:cNvPr id="419" name="Google Shape;419;p21"/>
          <p:cNvSpPr txBox="1"/>
          <p:nvPr>
            <p:ph idx="4" type="subTitle"/>
          </p:nvPr>
        </p:nvSpPr>
        <p:spPr>
          <a:xfrm>
            <a:off x="1034063" y="3820050"/>
            <a:ext cx="2238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20" name="Google Shape;420;p21"/>
          <p:cNvSpPr txBox="1"/>
          <p:nvPr>
            <p:ph idx="5" type="subTitle"/>
          </p:nvPr>
        </p:nvSpPr>
        <p:spPr>
          <a:xfrm>
            <a:off x="5871538" y="3309800"/>
            <a:ext cx="22383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9pPr>
          </a:lstStyle>
          <a:p/>
        </p:txBody>
      </p:sp>
      <p:sp>
        <p:nvSpPr>
          <p:cNvPr id="421" name="Google Shape;421;p21"/>
          <p:cNvSpPr txBox="1"/>
          <p:nvPr>
            <p:ph idx="6" type="subTitle"/>
          </p:nvPr>
        </p:nvSpPr>
        <p:spPr>
          <a:xfrm>
            <a:off x="5871438" y="3820050"/>
            <a:ext cx="2238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22" name="Google Shape;422;p21"/>
          <p:cNvSpPr txBox="1"/>
          <p:nvPr>
            <p:ph hasCustomPrompt="1" idx="7" type="title"/>
          </p:nvPr>
        </p:nvSpPr>
        <p:spPr>
          <a:xfrm>
            <a:off x="1421325" y="1983400"/>
            <a:ext cx="1464300" cy="58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423" name="Google Shape;423;p21"/>
          <p:cNvSpPr txBox="1"/>
          <p:nvPr>
            <p:ph hasCustomPrompt="1" idx="8" type="title"/>
          </p:nvPr>
        </p:nvSpPr>
        <p:spPr>
          <a:xfrm>
            <a:off x="3839750" y="1983400"/>
            <a:ext cx="1464300" cy="58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424" name="Google Shape;424;p21"/>
          <p:cNvSpPr txBox="1"/>
          <p:nvPr>
            <p:ph hasCustomPrompt="1" idx="9" type="title"/>
          </p:nvPr>
        </p:nvSpPr>
        <p:spPr>
          <a:xfrm>
            <a:off x="6258175" y="1983400"/>
            <a:ext cx="1464600" cy="58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p22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427" name="Google Shape;427;p22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8" name="Google Shape;428;p22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9" name="Google Shape;429;p22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0" name="Google Shape;430;p22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1" name="Google Shape;431;p22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32" name="Google Shape;432;p22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3" name="Google Shape;433;p22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434" name="Google Shape;434;p22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2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36" name="Google Shape;436;p22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7" name="Google Shape;437;p22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438" name="Google Shape;438;p22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9" name="Google Shape;439;p22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440" name="Google Shape;440;p22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22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42" name="Google Shape;442;p22"/>
          <p:cNvSpPr txBox="1"/>
          <p:nvPr>
            <p:ph type="title"/>
          </p:nvPr>
        </p:nvSpPr>
        <p:spPr>
          <a:xfrm>
            <a:off x="715100" y="2371250"/>
            <a:ext cx="53265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43" name="Google Shape;443;p22"/>
          <p:cNvSpPr txBox="1"/>
          <p:nvPr>
            <p:ph hasCustomPrompt="1" idx="2" type="title"/>
          </p:nvPr>
        </p:nvSpPr>
        <p:spPr>
          <a:xfrm>
            <a:off x="715100" y="1300850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44" name="Google Shape;444;p22"/>
          <p:cNvSpPr txBox="1"/>
          <p:nvPr>
            <p:ph idx="1" type="subTitle"/>
          </p:nvPr>
        </p:nvSpPr>
        <p:spPr>
          <a:xfrm>
            <a:off x="715100" y="3545975"/>
            <a:ext cx="5326500" cy="30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2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" name="Google Shape;446;p23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447" name="Google Shape;447;p23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8" name="Google Shape;448;p23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9" name="Google Shape;449;p23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0" name="Google Shape;450;p23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1" name="Google Shape;451;p23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52" name="Google Shape;452;p23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3" name="Google Shape;453;p23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454" name="Google Shape;454;p23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3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56" name="Google Shape;456;p23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57" name="Google Shape;457;p23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458" name="Google Shape;458;p23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9" name="Google Shape;459;p23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460" name="Google Shape;460;p23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23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62" name="Google Shape;462;p23"/>
          <p:cNvSpPr txBox="1"/>
          <p:nvPr>
            <p:ph type="title"/>
          </p:nvPr>
        </p:nvSpPr>
        <p:spPr>
          <a:xfrm>
            <a:off x="1772850" y="2364800"/>
            <a:ext cx="6656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3" name="Google Shape;463;p23"/>
          <p:cNvSpPr txBox="1"/>
          <p:nvPr>
            <p:ph hasCustomPrompt="1" idx="2" type="title"/>
          </p:nvPr>
        </p:nvSpPr>
        <p:spPr>
          <a:xfrm>
            <a:off x="5278000" y="1294388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64" name="Google Shape;464;p23"/>
          <p:cNvSpPr txBox="1"/>
          <p:nvPr>
            <p:ph idx="1" type="subTitle"/>
          </p:nvPr>
        </p:nvSpPr>
        <p:spPr>
          <a:xfrm>
            <a:off x="1772775" y="3539525"/>
            <a:ext cx="6656100" cy="30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7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4"/>
          <p:cNvSpPr txBox="1"/>
          <p:nvPr>
            <p:ph idx="1" type="subTitle"/>
          </p:nvPr>
        </p:nvSpPr>
        <p:spPr>
          <a:xfrm>
            <a:off x="717400" y="2106200"/>
            <a:ext cx="3785700" cy="210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lvl="1" rtl="0">
              <a:spcBef>
                <a:spcPts val="1000"/>
              </a:spcBef>
              <a:spcAft>
                <a:spcPts val="0"/>
              </a:spcAft>
              <a:buSzPts val="1500"/>
              <a:buChar char="○"/>
              <a:defRPr sz="1500"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Char char="■"/>
              <a:defRPr sz="1500"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Char char="●"/>
              <a:defRPr sz="1500"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Char char="○"/>
              <a:defRPr sz="1500"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Char char="■"/>
              <a:defRPr sz="1500"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Char char="●"/>
              <a:defRPr sz="1500"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Char char="○"/>
              <a:defRPr sz="15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467" name="Google Shape;467;p24"/>
          <p:cNvSpPr txBox="1"/>
          <p:nvPr>
            <p:ph idx="2" type="subTitle"/>
          </p:nvPr>
        </p:nvSpPr>
        <p:spPr>
          <a:xfrm>
            <a:off x="4644900" y="2106200"/>
            <a:ext cx="3785700" cy="210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lvl="1" rtl="0">
              <a:spcBef>
                <a:spcPts val="1000"/>
              </a:spcBef>
              <a:spcAft>
                <a:spcPts val="0"/>
              </a:spcAft>
              <a:buSzPts val="1500"/>
              <a:buChar char="○"/>
              <a:defRPr sz="1500"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Char char="■"/>
              <a:defRPr sz="1500"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Char char="●"/>
              <a:defRPr sz="1500"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Char char="○"/>
              <a:defRPr sz="1500"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Char char="■"/>
              <a:defRPr sz="1500"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Char char="●"/>
              <a:defRPr sz="1500"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Char char="○"/>
              <a:defRPr sz="15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Char char="■"/>
              <a:defRPr sz="1500"/>
            </a:lvl9pPr>
          </a:lstStyle>
          <a:p/>
        </p:txBody>
      </p:sp>
      <p:grpSp>
        <p:nvGrpSpPr>
          <p:cNvPr id="468" name="Google Shape;468;p24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469" name="Google Shape;469;p24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0" name="Google Shape;470;p24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1" name="Google Shape;471;p24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2" name="Google Shape;472;p24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3" name="Google Shape;473;p24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74" name="Google Shape;474;p24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5" name="Google Shape;475;p24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476" name="Google Shape;476;p24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4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78" name="Google Shape;478;p24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9" name="Google Shape;479;p24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480" name="Google Shape;480;p24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81" name="Google Shape;481;p24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482" name="Google Shape;482;p24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24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84" name="Google Shape;484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5" name="Google Shape;485;p24"/>
          <p:cNvSpPr txBox="1"/>
          <p:nvPr>
            <p:ph idx="3" type="subTitle"/>
          </p:nvPr>
        </p:nvSpPr>
        <p:spPr>
          <a:xfrm>
            <a:off x="717400" y="1603700"/>
            <a:ext cx="37857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86" name="Google Shape;486;p24"/>
          <p:cNvSpPr txBox="1"/>
          <p:nvPr>
            <p:ph idx="4" type="subTitle"/>
          </p:nvPr>
        </p:nvSpPr>
        <p:spPr>
          <a:xfrm>
            <a:off x="4644900" y="1603700"/>
            <a:ext cx="37857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6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8" name="Google Shape;488;p25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489" name="Google Shape;489;p25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0" name="Google Shape;490;p25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1" name="Google Shape;491;p25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2" name="Google Shape;492;p25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3" name="Google Shape;493;p25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94" name="Google Shape;494;p25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5" name="Google Shape;495;p25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496" name="Google Shape;496;p25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5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98" name="Google Shape;498;p25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99" name="Google Shape;499;p25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500" name="Google Shape;500;p25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01" name="Google Shape;501;p25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502" name="Google Shape;502;p25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25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04" name="Google Shape;504;p25"/>
          <p:cNvSpPr txBox="1"/>
          <p:nvPr>
            <p:ph type="title"/>
          </p:nvPr>
        </p:nvSpPr>
        <p:spPr>
          <a:xfrm>
            <a:off x="1311963" y="2361963"/>
            <a:ext cx="6519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05" name="Google Shape;505;p25"/>
          <p:cNvSpPr txBox="1"/>
          <p:nvPr>
            <p:ph hasCustomPrompt="1" idx="2" type="title"/>
          </p:nvPr>
        </p:nvSpPr>
        <p:spPr>
          <a:xfrm>
            <a:off x="2996625" y="1243600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06" name="Google Shape;506;p25"/>
          <p:cNvSpPr txBox="1"/>
          <p:nvPr>
            <p:ph idx="1" type="subTitle"/>
          </p:nvPr>
        </p:nvSpPr>
        <p:spPr>
          <a:xfrm>
            <a:off x="1312121" y="3590288"/>
            <a:ext cx="6519900" cy="30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3"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8" name="Google Shape;508;p26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509" name="Google Shape;509;p26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0" name="Google Shape;510;p26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1" name="Google Shape;511;p26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2" name="Google Shape;512;p26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" name="Google Shape;513;p26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14" name="Google Shape;514;p26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5" name="Google Shape;515;p26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516" name="Google Shape;516;p26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6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18" name="Google Shape;518;p26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19" name="Google Shape;519;p26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520" name="Google Shape;520;p26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1" name="Google Shape;521;p26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522" name="Google Shape;522;p26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" name="Google Shape;523;p26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24" name="Google Shape;524;p26"/>
          <p:cNvSpPr txBox="1"/>
          <p:nvPr>
            <p:ph idx="1" type="subTitle"/>
          </p:nvPr>
        </p:nvSpPr>
        <p:spPr>
          <a:xfrm>
            <a:off x="715100" y="2793988"/>
            <a:ext cx="4163400" cy="11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525" name="Google Shape;525;p26"/>
          <p:cNvSpPr txBox="1"/>
          <p:nvPr>
            <p:ph type="title"/>
          </p:nvPr>
        </p:nvSpPr>
        <p:spPr>
          <a:xfrm>
            <a:off x="715100" y="1169300"/>
            <a:ext cx="4163400" cy="147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7" name="Google Shape;527;p27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528" name="Google Shape;528;p27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9" name="Google Shape;529;p27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0" name="Google Shape;530;p27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1" name="Google Shape;531;p27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2" name="Google Shape;532;p27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33" name="Google Shape;533;p27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4" name="Google Shape;534;p27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535" name="Google Shape;535;p27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7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37" name="Google Shape;537;p27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38" name="Google Shape;538;p27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539" name="Google Shape;539;p27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40" name="Google Shape;540;p27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541" name="Google Shape;541;p27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27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43" name="Google Shape;543;p27"/>
          <p:cNvSpPr txBox="1"/>
          <p:nvPr>
            <p:ph idx="1" type="subTitle"/>
          </p:nvPr>
        </p:nvSpPr>
        <p:spPr>
          <a:xfrm>
            <a:off x="4723725" y="1981650"/>
            <a:ext cx="3705000" cy="11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544" name="Google Shape;544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5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28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547" name="Google Shape;547;p28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8" name="Google Shape;548;p28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9" name="Google Shape;549;p28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0" name="Google Shape;550;p28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1" name="Google Shape;551;p28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52" name="Google Shape;552;p28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3" name="Google Shape;553;p28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554" name="Google Shape;554;p28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8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56" name="Google Shape;556;p28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7" name="Google Shape;557;p28"/>
          <p:cNvSpPr txBox="1"/>
          <p:nvPr>
            <p:ph idx="1" type="subTitle"/>
          </p:nvPr>
        </p:nvSpPr>
        <p:spPr>
          <a:xfrm>
            <a:off x="721000" y="1893600"/>
            <a:ext cx="3931800" cy="135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558" name="Google Shape;558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559" name="Google Shape;559;p28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560" name="Google Shape;560;p28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61" name="Google Shape;561;p28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562" name="Google Shape;562;p28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28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9"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5" name="Google Shape;565;p29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566" name="Google Shape;566;p29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" name="Google Shape;567;p29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8" name="Google Shape;568;p29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9" name="Google Shape;569;p29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0" name="Google Shape;570;p29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71" name="Google Shape;571;p29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2" name="Google Shape;572;p29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573" name="Google Shape;573;p29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9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75" name="Google Shape;575;p29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76" name="Google Shape;576;p29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577" name="Google Shape;577;p29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78" name="Google Shape;578;p29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579" name="Google Shape;579;p29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29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81" name="Google Shape;581;p29"/>
          <p:cNvSpPr txBox="1"/>
          <p:nvPr>
            <p:ph idx="1" type="subTitle"/>
          </p:nvPr>
        </p:nvSpPr>
        <p:spPr>
          <a:xfrm>
            <a:off x="713100" y="1134125"/>
            <a:ext cx="3739500" cy="3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B36"/>
              </a:buClr>
              <a:buSzPts val="1600"/>
              <a:buFont typeface="Poppins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/>
            </a:lvl9pPr>
          </a:lstStyle>
          <a:p/>
        </p:txBody>
      </p:sp>
      <p:sp>
        <p:nvSpPr>
          <p:cNvPr id="582" name="Google Shape;582;p29"/>
          <p:cNvSpPr txBox="1"/>
          <p:nvPr>
            <p:ph idx="2" type="subTitle"/>
          </p:nvPr>
        </p:nvSpPr>
        <p:spPr>
          <a:xfrm>
            <a:off x="4689400" y="1134125"/>
            <a:ext cx="3739500" cy="3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B36"/>
              </a:buClr>
              <a:buSzPts val="1600"/>
              <a:buFont typeface="Poppins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/>
            </a:lvl9pPr>
          </a:lstStyle>
          <a:p/>
        </p:txBody>
      </p:sp>
      <p:sp>
        <p:nvSpPr>
          <p:cNvPr id="583" name="Google Shape;583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oogle Shape;585;p30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586" name="Google Shape;586;p30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7" name="Google Shape;587;p30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8" name="Google Shape;588;p30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9" name="Google Shape;589;p30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0" name="Google Shape;590;p30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91" name="Google Shape;591;p30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2" name="Google Shape;592;p30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593" name="Google Shape;593;p30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0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95" name="Google Shape;595;p30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96" name="Google Shape;596;p30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597" name="Google Shape;597;p30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98" name="Google Shape;598;p30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599" name="Google Shape;599;p30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30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01" name="Google Shape;601;p30"/>
          <p:cNvSpPr txBox="1"/>
          <p:nvPr>
            <p:ph type="ctrTitle"/>
          </p:nvPr>
        </p:nvSpPr>
        <p:spPr>
          <a:xfrm>
            <a:off x="2425000" y="722750"/>
            <a:ext cx="4297800" cy="94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2" name="Google Shape;602;p30"/>
          <p:cNvSpPr txBox="1"/>
          <p:nvPr>
            <p:ph idx="1" type="subTitle"/>
          </p:nvPr>
        </p:nvSpPr>
        <p:spPr>
          <a:xfrm>
            <a:off x="2426950" y="1707225"/>
            <a:ext cx="4293900" cy="83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03" name="Google Shape;603;p30"/>
          <p:cNvSpPr txBox="1"/>
          <p:nvPr/>
        </p:nvSpPr>
        <p:spPr>
          <a:xfrm>
            <a:off x="1786325" y="3350375"/>
            <a:ext cx="5597100" cy="8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CREDITS: This presentation template was created by </a:t>
            </a:r>
            <a:r>
              <a:rPr b="1" lang="fr" sz="1200">
                <a:solidFill>
                  <a:schemeClr val="dk1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fr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, and includes icons by </a:t>
            </a:r>
            <a:r>
              <a:rPr b="1" lang="fr" sz="1200">
                <a:solidFill>
                  <a:schemeClr val="dk1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fr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, and infographics &amp; images by </a:t>
            </a:r>
            <a:r>
              <a:rPr b="1" lang="fr" sz="1200">
                <a:solidFill>
                  <a:schemeClr val="dk1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5" name="Google Shape;605;p31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606" name="Google Shape;606;p31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7" name="Google Shape;607;p31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8" name="Google Shape;608;p31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9" name="Google Shape;609;p31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0" name="Google Shape;610;p31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11" name="Google Shape;611;p31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2" name="Google Shape;612;p31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613" name="Google Shape;613;p31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1"/>
            <p:cNvSpPr/>
            <p:nvPr/>
          </p:nvSpPr>
          <p:spPr>
            <a:xfrm>
              <a:off x="253750" y="130008"/>
              <a:ext cx="218100" cy="218100"/>
            </a:xfrm>
            <a:prstGeom prst="smileyFace">
              <a:avLst>
                <a:gd fmla="val 4653" name="adj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15" name="Google Shape;615;p31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6" name="Google Shape;616;p31"/>
          <p:cNvSpPr/>
          <p:nvPr/>
        </p:nvSpPr>
        <p:spPr>
          <a:xfrm>
            <a:off x="6760300" y="117804"/>
            <a:ext cx="2161200" cy="25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7" name="Google Shape;617;p31"/>
          <p:cNvGrpSpPr/>
          <p:nvPr/>
        </p:nvGrpSpPr>
        <p:grpSpPr>
          <a:xfrm>
            <a:off x="8712862" y="137154"/>
            <a:ext cx="132938" cy="218080"/>
            <a:chOff x="4113132" y="2072643"/>
            <a:chExt cx="406290" cy="666503"/>
          </a:xfrm>
        </p:grpSpPr>
        <p:sp>
          <p:nvSpPr>
            <p:cNvPr id="618" name="Google Shape;618;p31"/>
            <p:cNvSpPr/>
            <p:nvPr/>
          </p:nvSpPr>
          <p:spPr>
            <a:xfrm>
              <a:off x="4113132" y="2072643"/>
              <a:ext cx="406290" cy="662825"/>
            </a:xfrm>
            <a:custGeom>
              <a:rect b="b" l="l" r="r" t="t"/>
              <a:pathLst>
                <a:path extrusionOk="0" h="18014" w="11042">
                  <a:moveTo>
                    <a:pt x="0" y="0"/>
                  </a:moveTo>
                  <a:lnTo>
                    <a:pt x="0" y="1001"/>
                  </a:lnTo>
                  <a:lnTo>
                    <a:pt x="0" y="2002"/>
                  </a:lnTo>
                  <a:lnTo>
                    <a:pt x="1001" y="2002"/>
                  </a:lnTo>
                  <a:lnTo>
                    <a:pt x="1001" y="6005"/>
                  </a:lnTo>
                  <a:lnTo>
                    <a:pt x="2002" y="6005"/>
                  </a:lnTo>
                  <a:lnTo>
                    <a:pt x="2002" y="7005"/>
                  </a:lnTo>
                  <a:lnTo>
                    <a:pt x="3002" y="7005"/>
                  </a:lnTo>
                  <a:lnTo>
                    <a:pt x="3002" y="8006"/>
                  </a:lnTo>
                  <a:lnTo>
                    <a:pt x="4003" y="8006"/>
                  </a:lnTo>
                  <a:lnTo>
                    <a:pt x="4003" y="9007"/>
                  </a:lnTo>
                  <a:lnTo>
                    <a:pt x="4003" y="10008"/>
                  </a:lnTo>
                  <a:lnTo>
                    <a:pt x="3002" y="10008"/>
                  </a:lnTo>
                  <a:lnTo>
                    <a:pt x="3002" y="11008"/>
                  </a:lnTo>
                  <a:lnTo>
                    <a:pt x="2002" y="11008"/>
                  </a:lnTo>
                  <a:lnTo>
                    <a:pt x="2002" y="12009"/>
                  </a:lnTo>
                  <a:lnTo>
                    <a:pt x="1001" y="12009"/>
                  </a:lnTo>
                  <a:lnTo>
                    <a:pt x="1001" y="16012"/>
                  </a:lnTo>
                  <a:lnTo>
                    <a:pt x="0" y="16012"/>
                  </a:lnTo>
                  <a:lnTo>
                    <a:pt x="0" y="17013"/>
                  </a:lnTo>
                  <a:lnTo>
                    <a:pt x="0" y="18013"/>
                  </a:lnTo>
                  <a:lnTo>
                    <a:pt x="11042" y="18013"/>
                  </a:lnTo>
                  <a:lnTo>
                    <a:pt x="11042" y="17013"/>
                  </a:lnTo>
                  <a:lnTo>
                    <a:pt x="11042" y="16012"/>
                  </a:lnTo>
                  <a:lnTo>
                    <a:pt x="10041" y="16012"/>
                  </a:lnTo>
                  <a:lnTo>
                    <a:pt x="10041" y="12009"/>
                  </a:lnTo>
                  <a:lnTo>
                    <a:pt x="9040" y="12009"/>
                  </a:lnTo>
                  <a:lnTo>
                    <a:pt x="9040" y="11008"/>
                  </a:lnTo>
                  <a:lnTo>
                    <a:pt x="8039" y="11008"/>
                  </a:lnTo>
                  <a:lnTo>
                    <a:pt x="8039" y="10008"/>
                  </a:lnTo>
                  <a:lnTo>
                    <a:pt x="7039" y="10008"/>
                  </a:lnTo>
                  <a:lnTo>
                    <a:pt x="7039" y="9007"/>
                  </a:lnTo>
                  <a:lnTo>
                    <a:pt x="7039" y="8006"/>
                  </a:lnTo>
                  <a:lnTo>
                    <a:pt x="8039" y="8006"/>
                  </a:lnTo>
                  <a:lnTo>
                    <a:pt x="8039" y="7005"/>
                  </a:lnTo>
                  <a:lnTo>
                    <a:pt x="9040" y="7005"/>
                  </a:lnTo>
                  <a:lnTo>
                    <a:pt x="9040" y="6005"/>
                  </a:lnTo>
                  <a:lnTo>
                    <a:pt x="10041" y="6005"/>
                  </a:lnTo>
                  <a:lnTo>
                    <a:pt x="10041" y="2002"/>
                  </a:lnTo>
                  <a:lnTo>
                    <a:pt x="11042" y="2002"/>
                  </a:lnTo>
                  <a:lnTo>
                    <a:pt x="11042" y="1001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1"/>
            <p:cNvSpPr/>
            <p:nvPr/>
          </p:nvSpPr>
          <p:spPr>
            <a:xfrm>
              <a:off x="4260422" y="2367223"/>
              <a:ext cx="36832" cy="36832"/>
            </a:xfrm>
            <a:custGeom>
              <a:rect b="b" l="l" r="r" t="t"/>
              <a:pathLst>
                <a:path extrusionOk="0" h="1001" w="1001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1"/>
            <p:cNvSpPr/>
            <p:nvPr/>
          </p:nvSpPr>
          <p:spPr>
            <a:xfrm>
              <a:off x="4260422" y="2405269"/>
              <a:ext cx="36832" cy="36832"/>
            </a:xfrm>
            <a:custGeom>
              <a:rect b="b" l="l" r="r" t="t"/>
              <a:pathLst>
                <a:path extrusionOk="0" h="1001" w="1001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1"/>
            <p:cNvSpPr/>
            <p:nvPr/>
          </p:nvSpPr>
          <p:spPr>
            <a:xfrm>
              <a:off x="4223590" y="2442064"/>
              <a:ext cx="36869" cy="36869"/>
            </a:xfrm>
            <a:custGeom>
              <a:rect b="b" l="l" r="r" t="t"/>
              <a:pathLst>
                <a:path extrusionOk="0" h="1002" w="1002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31"/>
            <p:cNvSpPr/>
            <p:nvPr/>
          </p:nvSpPr>
          <p:spPr>
            <a:xfrm>
              <a:off x="4186758" y="2478895"/>
              <a:ext cx="36869" cy="36869"/>
            </a:xfrm>
            <a:custGeom>
              <a:rect b="b" l="l" r="r" t="t"/>
              <a:pathLst>
                <a:path extrusionOk="0" h="1002" w="1002">
                  <a:moveTo>
                    <a:pt x="1" y="1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31"/>
            <p:cNvSpPr/>
            <p:nvPr/>
          </p:nvSpPr>
          <p:spPr>
            <a:xfrm>
              <a:off x="4223590" y="2330391"/>
              <a:ext cx="36869" cy="36869"/>
            </a:xfrm>
            <a:custGeom>
              <a:rect b="b" l="l" r="r" t="t"/>
              <a:pathLst>
                <a:path extrusionOk="0" h="1002" w="1002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1"/>
            <p:cNvSpPr/>
            <p:nvPr/>
          </p:nvSpPr>
          <p:spPr>
            <a:xfrm>
              <a:off x="4186758" y="2293559"/>
              <a:ext cx="36869" cy="36869"/>
            </a:xfrm>
            <a:custGeom>
              <a:rect b="b" l="l" r="r" t="t"/>
              <a:pathLst>
                <a:path extrusionOk="0" h="1002" w="1002">
                  <a:moveTo>
                    <a:pt x="1" y="1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1"/>
            <p:cNvSpPr/>
            <p:nvPr/>
          </p:nvSpPr>
          <p:spPr>
            <a:xfrm>
              <a:off x="4149964" y="2146269"/>
              <a:ext cx="36832" cy="147327"/>
            </a:xfrm>
            <a:custGeom>
              <a:rect b="b" l="l" r="r" t="t"/>
              <a:pathLst>
                <a:path extrusionOk="0" h="4004" w="1001">
                  <a:moveTo>
                    <a:pt x="0" y="1"/>
                  </a:moveTo>
                  <a:lnTo>
                    <a:pt x="0" y="4004"/>
                  </a:lnTo>
                  <a:lnTo>
                    <a:pt x="1001" y="400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1"/>
            <p:cNvSpPr/>
            <p:nvPr/>
          </p:nvSpPr>
          <p:spPr>
            <a:xfrm>
              <a:off x="4113132" y="2072643"/>
              <a:ext cx="406290" cy="73664"/>
            </a:xfrm>
            <a:custGeom>
              <a:rect b="b" l="l" r="r" t="t"/>
              <a:pathLst>
                <a:path extrusionOk="0" h="2002" w="11042">
                  <a:moveTo>
                    <a:pt x="0" y="0"/>
                  </a:moveTo>
                  <a:lnTo>
                    <a:pt x="0" y="1001"/>
                  </a:lnTo>
                  <a:lnTo>
                    <a:pt x="0" y="2002"/>
                  </a:lnTo>
                  <a:lnTo>
                    <a:pt x="11042" y="2002"/>
                  </a:lnTo>
                  <a:lnTo>
                    <a:pt x="11042" y="1001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31"/>
            <p:cNvSpPr/>
            <p:nvPr/>
          </p:nvSpPr>
          <p:spPr>
            <a:xfrm>
              <a:off x="4334049" y="2367223"/>
              <a:ext cx="36869" cy="36832"/>
            </a:xfrm>
            <a:custGeom>
              <a:rect b="b" l="l" r="r" t="t"/>
              <a:pathLst>
                <a:path extrusionOk="0" h="1001" w="1002">
                  <a:moveTo>
                    <a:pt x="1" y="0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31"/>
            <p:cNvSpPr/>
            <p:nvPr/>
          </p:nvSpPr>
          <p:spPr>
            <a:xfrm>
              <a:off x="4334049" y="2405269"/>
              <a:ext cx="36869" cy="36832"/>
            </a:xfrm>
            <a:custGeom>
              <a:rect b="b" l="l" r="r" t="t"/>
              <a:pathLst>
                <a:path extrusionOk="0" h="1001" w="1002">
                  <a:moveTo>
                    <a:pt x="1" y="0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31"/>
            <p:cNvSpPr/>
            <p:nvPr/>
          </p:nvSpPr>
          <p:spPr>
            <a:xfrm>
              <a:off x="4370881" y="2442064"/>
              <a:ext cx="36869" cy="36869"/>
            </a:xfrm>
            <a:custGeom>
              <a:rect b="b" l="l" r="r" t="t"/>
              <a:pathLst>
                <a:path extrusionOk="0" h="1002" w="1002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1"/>
            <p:cNvSpPr/>
            <p:nvPr/>
          </p:nvSpPr>
          <p:spPr>
            <a:xfrm>
              <a:off x="4408927" y="2478895"/>
              <a:ext cx="36869" cy="36869"/>
            </a:xfrm>
            <a:custGeom>
              <a:rect b="b" l="l" r="r" t="t"/>
              <a:pathLst>
                <a:path extrusionOk="0" h="1002" w="1002">
                  <a:moveTo>
                    <a:pt x="0" y="1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31"/>
            <p:cNvSpPr/>
            <p:nvPr/>
          </p:nvSpPr>
          <p:spPr>
            <a:xfrm>
              <a:off x="4370881" y="2330391"/>
              <a:ext cx="36869" cy="36869"/>
            </a:xfrm>
            <a:custGeom>
              <a:rect b="b" l="l" r="r" t="t"/>
              <a:pathLst>
                <a:path extrusionOk="0" h="1002" w="1002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31"/>
            <p:cNvSpPr/>
            <p:nvPr/>
          </p:nvSpPr>
          <p:spPr>
            <a:xfrm>
              <a:off x="4297217" y="2293559"/>
              <a:ext cx="36869" cy="36869"/>
            </a:xfrm>
            <a:custGeom>
              <a:rect b="b" l="l" r="r" t="t"/>
              <a:pathLst>
                <a:path extrusionOk="0" h="1002" w="1002">
                  <a:moveTo>
                    <a:pt x="1" y="1"/>
                  </a:moveTo>
                  <a:lnTo>
                    <a:pt x="1" y="1001"/>
                  </a:lnTo>
                  <a:lnTo>
                    <a:pt x="1002" y="1001"/>
                  </a:lnTo>
                  <a:lnTo>
                    <a:pt x="1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31"/>
            <p:cNvSpPr/>
            <p:nvPr/>
          </p:nvSpPr>
          <p:spPr>
            <a:xfrm>
              <a:off x="4260422" y="2256728"/>
              <a:ext cx="36832" cy="36869"/>
            </a:xfrm>
            <a:custGeom>
              <a:rect b="b" l="l" r="r" t="t"/>
              <a:pathLst>
                <a:path extrusionOk="0" h="1002" w="1001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1"/>
            <p:cNvSpPr/>
            <p:nvPr/>
          </p:nvSpPr>
          <p:spPr>
            <a:xfrm>
              <a:off x="4334049" y="2256728"/>
              <a:ext cx="36869" cy="36869"/>
            </a:xfrm>
            <a:custGeom>
              <a:rect b="b" l="l" r="r" t="t"/>
              <a:pathLst>
                <a:path extrusionOk="0" h="1002" w="1002">
                  <a:moveTo>
                    <a:pt x="1" y="1"/>
                  </a:moveTo>
                  <a:lnTo>
                    <a:pt x="1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1"/>
            <p:cNvSpPr/>
            <p:nvPr/>
          </p:nvSpPr>
          <p:spPr>
            <a:xfrm>
              <a:off x="4408927" y="2293559"/>
              <a:ext cx="36869" cy="36869"/>
            </a:xfrm>
            <a:custGeom>
              <a:rect b="b" l="l" r="r" t="t"/>
              <a:pathLst>
                <a:path extrusionOk="0" h="1002" w="1002">
                  <a:moveTo>
                    <a:pt x="0" y="1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31"/>
            <p:cNvSpPr/>
            <p:nvPr/>
          </p:nvSpPr>
          <p:spPr>
            <a:xfrm>
              <a:off x="4445758" y="2146269"/>
              <a:ext cx="36832" cy="147327"/>
            </a:xfrm>
            <a:custGeom>
              <a:rect b="b" l="l" r="r" t="t"/>
              <a:pathLst>
                <a:path extrusionOk="0" h="4004" w="1001">
                  <a:moveTo>
                    <a:pt x="0" y="1"/>
                  </a:moveTo>
                  <a:lnTo>
                    <a:pt x="0" y="4004"/>
                  </a:lnTo>
                  <a:lnTo>
                    <a:pt x="1001" y="400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31"/>
            <p:cNvSpPr/>
            <p:nvPr/>
          </p:nvSpPr>
          <p:spPr>
            <a:xfrm>
              <a:off x="4149964" y="2515727"/>
              <a:ext cx="36832" cy="147327"/>
            </a:xfrm>
            <a:custGeom>
              <a:rect b="b" l="l" r="r" t="t"/>
              <a:pathLst>
                <a:path extrusionOk="0" h="4004" w="1001">
                  <a:moveTo>
                    <a:pt x="0" y="0"/>
                  </a:moveTo>
                  <a:lnTo>
                    <a:pt x="0" y="4003"/>
                  </a:lnTo>
                  <a:lnTo>
                    <a:pt x="1001" y="4003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1"/>
            <p:cNvSpPr/>
            <p:nvPr/>
          </p:nvSpPr>
          <p:spPr>
            <a:xfrm>
              <a:off x="4113132" y="2663017"/>
              <a:ext cx="406290" cy="76129"/>
            </a:xfrm>
            <a:custGeom>
              <a:rect b="b" l="l" r="r" t="t"/>
              <a:pathLst>
                <a:path extrusionOk="0" h="2069" w="11042">
                  <a:moveTo>
                    <a:pt x="0" y="0"/>
                  </a:moveTo>
                  <a:lnTo>
                    <a:pt x="0" y="1068"/>
                  </a:lnTo>
                  <a:lnTo>
                    <a:pt x="0" y="2068"/>
                  </a:lnTo>
                  <a:lnTo>
                    <a:pt x="11042" y="2068"/>
                  </a:lnTo>
                  <a:lnTo>
                    <a:pt x="11042" y="1068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1"/>
            <p:cNvSpPr/>
            <p:nvPr/>
          </p:nvSpPr>
          <p:spPr>
            <a:xfrm>
              <a:off x="4223590" y="2515727"/>
              <a:ext cx="185373" cy="110495"/>
            </a:xfrm>
            <a:custGeom>
              <a:rect b="b" l="l" r="r" t="t"/>
              <a:pathLst>
                <a:path extrusionOk="0" h="3003" w="5038">
                  <a:moveTo>
                    <a:pt x="2002" y="0"/>
                  </a:moveTo>
                  <a:lnTo>
                    <a:pt x="2002" y="1001"/>
                  </a:lnTo>
                  <a:lnTo>
                    <a:pt x="1001" y="1001"/>
                  </a:lnTo>
                  <a:lnTo>
                    <a:pt x="1001" y="2002"/>
                  </a:lnTo>
                  <a:lnTo>
                    <a:pt x="0" y="2002"/>
                  </a:lnTo>
                  <a:lnTo>
                    <a:pt x="0" y="3002"/>
                  </a:lnTo>
                  <a:lnTo>
                    <a:pt x="5037" y="3002"/>
                  </a:lnTo>
                  <a:lnTo>
                    <a:pt x="5037" y="2002"/>
                  </a:lnTo>
                  <a:lnTo>
                    <a:pt x="4003" y="2002"/>
                  </a:lnTo>
                  <a:lnTo>
                    <a:pt x="4003" y="1001"/>
                  </a:lnTo>
                  <a:lnTo>
                    <a:pt x="3003" y="1001"/>
                  </a:lnTo>
                  <a:lnTo>
                    <a:pt x="30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1"/>
            <p:cNvSpPr/>
            <p:nvPr/>
          </p:nvSpPr>
          <p:spPr>
            <a:xfrm>
              <a:off x="4445758" y="2515727"/>
              <a:ext cx="36832" cy="147327"/>
            </a:xfrm>
            <a:custGeom>
              <a:rect b="b" l="l" r="r" t="t"/>
              <a:pathLst>
                <a:path extrusionOk="0" h="4004" w="1001">
                  <a:moveTo>
                    <a:pt x="0" y="0"/>
                  </a:moveTo>
                  <a:lnTo>
                    <a:pt x="0" y="4003"/>
                  </a:lnTo>
                  <a:lnTo>
                    <a:pt x="1001" y="4003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"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2" name="Google Shape;642;p32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643" name="Google Shape;643;p32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4" name="Google Shape;644;p32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5" name="Google Shape;645;p32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6" name="Google Shape;646;p32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7" name="Google Shape;647;p32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48" name="Google Shape;648;p32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9" name="Google Shape;649;p32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650" name="Google Shape;650;p32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2"/>
            <p:cNvSpPr/>
            <p:nvPr/>
          </p:nvSpPr>
          <p:spPr>
            <a:xfrm>
              <a:off x="253750" y="130008"/>
              <a:ext cx="218100" cy="218100"/>
            </a:xfrm>
            <a:prstGeom prst="leftRightArrowCallout">
              <a:avLst>
                <a:gd fmla="val 34916" name="adj1"/>
                <a:gd fmla="val 25000" name="adj2"/>
                <a:gd fmla="val 35030" name="adj3"/>
                <a:gd fmla="val 48123" name="adj4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52" name="Google Shape;652;p32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3" name="Google Shape;653;p32"/>
          <p:cNvSpPr/>
          <p:nvPr/>
        </p:nvSpPr>
        <p:spPr>
          <a:xfrm>
            <a:off x="6760300" y="117804"/>
            <a:ext cx="2161200" cy="25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32"/>
          <p:cNvSpPr/>
          <p:nvPr/>
        </p:nvSpPr>
        <p:spPr>
          <a:xfrm>
            <a:off x="8690995" y="137150"/>
            <a:ext cx="152400" cy="2181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11"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33"/>
          <p:cNvSpPr txBox="1"/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●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○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■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●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○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■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●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○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ira Code"/>
              <a:buChar char="■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4"/>
          <p:cNvSpPr txBox="1"/>
          <p:nvPr>
            <p:ph type="ctrTitle"/>
          </p:nvPr>
        </p:nvSpPr>
        <p:spPr>
          <a:xfrm>
            <a:off x="715150" y="941500"/>
            <a:ext cx="7713600" cy="30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DevOps - B3</a:t>
            </a:r>
            <a:endParaRPr/>
          </a:p>
        </p:txBody>
      </p:sp>
      <p:sp>
        <p:nvSpPr>
          <p:cNvPr id="662" name="Google Shape;662;p34"/>
          <p:cNvSpPr txBox="1"/>
          <p:nvPr>
            <p:ph idx="1" type="subTitle"/>
          </p:nvPr>
        </p:nvSpPr>
        <p:spPr>
          <a:xfrm>
            <a:off x="715250" y="3952400"/>
            <a:ext cx="7713600" cy="24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Ynov 25/26 - Cirrus Cloud Technologies - Révision 03/26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5"/>
          <p:cNvSpPr txBox="1"/>
          <p:nvPr>
            <p:ph type="title"/>
          </p:nvPr>
        </p:nvSpPr>
        <p:spPr>
          <a:xfrm>
            <a:off x="2290050" y="3277575"/>
            <a:ext cx="45639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35"/>
          <p:cNvSpPr txBox="1"/>
          <p:nvPr>
            <p:ph idx="1" type="subTitle"/>
          </p:nvPr>
        </p:nvSpPr>
        <p:spPr>
          <a:xfrm>
            <a:off x="715050" y="1334025"/>
            <a:ext cx="7713900" cy="174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Qui sait ce que c'est 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6"/>
          <p:cNvSpPr txBox="1"/>
          <p:nvPr>
            <p:ph type="title"/>
          </p:nvPr>
        </p:nvSpPr>
        <p:spPr>
          <a:xfrm>
            <a:off x="2290050" y="3277575"/>
            <a:ext cx="45639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36"/>
          <p:cNvSpPr txBox="1"/>
          <p:nvPr>
            <p:ph idx="1" type="subTitle"/>
          </p:nvPr>
        </p:nvSpPr>
        <p:spPr>
          <a:xfrm>
            <a:off x="715050" y="1334025"/>
            <a:ext cx="7713900" cy="174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Jouons un peu 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développement d'un projet</a:t>
            </a:r>
            <a:endParaRPr/>
          </a:p>
        </p:txBody>
      </p:sp>
      <p:sp>
        <p:nvSpPr>
          <p:cNvPr id="680" name="Google Shape;680;p37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 l'origine, un projet informatique était </a:t>
            </a:r>
            <a:r>
              <a:rPr lang="fr"/>
              <a:t>développé avec le cycle en V</a:t>
            </a:r>
            <a:r>
              <a:rPr lang="fr"/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développement d'un projet</a:t>
            </a:r>
            <a:endParaRPr/>
          </a:p>
        </p:txBody>
      </p:sp>
      <p:sp>
        <p:nvSpPr>
          <p:cNvPr id="686" name="Google Shape;686;p38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7" name="Google Shape;68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9925" y="1152475"/>
            <a:ext cx="5544151" cy="3909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développement d'un projet</a:t>
            </a:r>
            <a:endParaRPr/>
          </a:p>
        </p:txBody>
      </p:sp>
      <p:sp>
        <p:nvSpPr>
          <p:cNvPr id="693" name="Google Shape;693;p39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Cette méthode bien qu'efficace a plusieurs problèmes: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/>
              <a:t>Le manque de communication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/>
              <a:t>Le manque de souplesse 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/>
              <a:t>L'impossibilité d'agir rapidement face aux demandes du client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développement d'un projet</a:t>
            </a:r>
            <a:endParaRPr/>
          </a:p>
        </p:txBody>
      </p:sp>
      <p:sp>
        <p:nvSpPr>
          <p:cNvPr id="699" name="Google Shape;699;p40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0" name="Google Shape;70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6563" y="1017725"/>
            <a:ext cx="4210876" cy="3925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/>
          <p:cNvSpPr txBox="1"/>
          <p:nvPr>
            <p:ph type="title"/>
          </p:nvPr>
        </p:nvSpPr>
        <p:spPr>
          <a:xfrm>
            <a:off x="2290050" y="3277575"/>
            <a:ext cx="45639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41"/>
          <p:cNvSpPr txBox="1"/>
          <p:nvPr>
            <p:ph idx="1" type="subTitle"/>
          </p:nvPr>
        </p:nvSpPr>
        <p:spPr>
          <a:xfrm>
            <a:off x="715050" y="1334025"/>
            <a:ext cx="7713900" cy="174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Jouons encore un peu !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développement d'un projet</a:t>
            </a:r>
            <a:endParaRPr/>
          </a:p>
        </p:txBody>
      </p:sp>
      <p:sp>
        <p:nvSpPr>
          <p:cNvPr id="712" name="Google Shape;712;p42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C'est pour ça que l'agilité existe, elle corrige ce genre de problèmes avec 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/>
              <a:t>Des équipes pluridisciplinaires (dev,infra,PO,PM etc)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/>
              <a:t>Des petits projets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/>
              <a:t>L'intervention et la validation du client à chaque mini projet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développement d'un projet</a:t>
            </a:r>
            <a:endParaRPr/>
          </a:p>
        </p:txBody>
      </p:sp>
      <p:sp>
        <p:nvSpPr>
          <p:cNvPr id="718" name="Google Shape;718;p4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9" name="Google Shape;71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4661" y="1152475"/>
            <a:ext cx="5334674" cy="3776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développement d'un projet</a:t>
            </a:r>
            <a:endParaRPr/>
          </a:p>
        </p:txBody>
      </p:sp>
      <p:sp>
        <p:nvSpPr>
          <p:cNvPr id="725" name="Google Shape;725;p4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Concrètement on est à la recherche du MVP (Most Valuable Product), on définit une v1 avec un minimum de fonctionnalitées pour aller vite (et bien).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Et on rajoute au fur et à mesures des nouvelles fonctionnalitées dans de nouveau sprint.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développement d'un projet</a:t>
            </a:r>
            <a:endParaRPr/>
          </a:p>
        </p:txBody>
      </p:sp>
      <p:sp>
        <p:nvSpPr>
          <p:cNvPr id="731" name="Google Shape;731;p45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Il n</a:t>
            </a:r>
            <a:r>
              <a:rPr lang="fr"/>
              <a:t>'y qu'un seul problème à ce schéma, c'est qu'il prends uniquement en compte la partie Dev, et de fait ne </a:t>
            </a:r>
            <a:r>
              <a:rPr lang="fr"/>
              <a:t>résout</a:t>
            </a:r>
            <a:r>
              <a:rPr lang="fr"/>
              <a:t> qu'une partie du problème.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46"/>
          <p:cNvSpPr txBox="1"/>
          <p:nvPr>
            <p:ph type="title"/>
          </p:nvPr>
        </p:nvSpPr>
        <p:spPr>
          <a:xfrm>
            <a:off x="724900" y="2247450"/>
            <a:ext cx="4661100" cy="64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Une histoire de problématique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Une histoire de problématique</a:t>
            </a:r>
            <a:endParaRPr/>
          </a:p>
        </p:txBody>
      </p:sp>
      <p:sp>
        <p:nvSpPr>
          <p:cNvPr id="742" name="Google Shape;742;p47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Avant de parler de DevOps il faut bien comprendre, le métier du Dev et celui de l'Ops 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48"/>
          <p:cNvSpPr txBox="1"/>
          <p:nvPr>
            <p:ph type="title"/>
          </p:nvPr>
        </p:nvSpPr>
        <p:spPr>
          <a:xfrm>
            <a:off x="1908675" y="2364788"/>
            <a:ext cx="53265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Quel est la problématique de chacun ?</a:t>
            </a:r>
            <a:endParaRPr/>
          </a:p>
        </p:txBody>
      </p:sp>
      <p:sp>
        <p:nvSpPr>
          <p:cNvPr id="748" name="Google Shape;748;p48"/>
          <p:cNvSpPr txBox="1"/>
          <p:nvPr>
            <p:ph idx="2" type="title"/>
          </p:nvPr>
        </p:nvSpPr>
        <p:spPr>
          <a:xfrm>
            <a:off x="2996625" y="1522988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48"/>
          <p:cNvSpPr txBox="1"/>
          <p:nvPr>
            <p:ph idx="1" type="subTitle"/>
          </p:nvPr>
        </p:nvSpPr>
        <p:spPr>
          <a:xfrm>
            <a:off x="1908825" y="3310913"/>
            <a:ext cx="5326500" cy="30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Côté Dev</a:t>
            </a:r>
            <a:endParaRPr/>
          </a:p>
        </p:txBody>
      </p:sp>
      <p:sp>
        <p:nvSpPr>
          <p:cNvPr id="755" name="Google Shape;755;p49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/>
              <a:t>Besoin d'environnement de dev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/>
              <a:t>Besoin d'accès aux logs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/>
              <a:t>Besoin de tester leurs code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/>
              <a:t>Besoin de build, release etc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Côté Ops</a:t>
            </a:r>
            <a:endParaRPr/>
          </a:p>
        </p:txBody>
      </p:sp>
      <p:sp>
        <p:nvSpPr>
          <p:cNvPr id="761" name="Google Shape;761;p50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/>
              <a:t>Besoin d'avoir des environnements sécurisé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/>
              <a:t>Besoin de faire des backups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/>
              <a:t>Besoin de mettre à jour les systèmes et logiciels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/>
              <a:t>Besoin de redondance des services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La problématique de chacun</a:t>
            </a:r>
            <a:endParaRPr/>
          </a:p>
        </p:txBody>
      </p:sp>
      <p:sp>
        <p:nvSpPr>
          <p:cNvPr id="767" name="Google Shape;767;p5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En bref les Devs ont besoin des Ops pour faire leurs missions et réciproquement, les Ops ont besoins des Devs pour mettre la redondance et les backups en place.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5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La problématique de chacun</a:t>
            </a:r>
            <a:endParaRPr/>
          </a:p>
        </p:txBody>
      </p:sp>
      <p:sp>
        <p:nvSpPr>
          <p:cNvPr id="773" name="Google Shape;773;p52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DevOps c'est être conscient des problématiques de chacun et trouver une solution technique pour </a:t>
            </a:r>
            <a:r>
              <a:rPr lang="fr"/>
              <a:t>faciliter</a:t>
            </a:r>
            <a:r>
              <a:rPr lang="fr"/>
              <a:t> la cohésion entre les équipes de Dev et Ops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Dev + Ops = &lt;3</a:t>
            </a:r>
            <a:endParaRPr/>
          </a:p>
        </p:txBody>
      </p:sp>
      <p:sp>
        <p:nvSpPr>
          <p:cNvPr id="779" name="Google Shape;779;p5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0" name="Google Shape;78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7100" y="1207950"/>
            <a:ext cx="5949799" cy="330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Dev + Ops = &lt;3</a:t>
            </a:r>
            <a:endParaRPr/>
          </a:p>
        </p:txBody>
      </p:sp>
      <p:sp>
        <p:nvSpPr>
          <p:cNvPr id="786" name="Google Shape;786;p5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Donc le DevOps ce n'est pas juste des outils, c'est une façon de travailler.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Ou l'esprit d'équipe et l'écoute sont essentielle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Mais les savoirs technique aussi !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Dev + Ops = &lt;3</a:t>
            </a:r>
            <a:endParaRPr/>
          </a:p>
        </p:txBody>
      </p:sp>
      <p:sp>
        <p:nvSpPr>
          <p:cNvPr id="792" name="Google Shape;792;p55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3" name="Google Shape;79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038" y="1017725"/>
            <a:ext cx="6837924" cy="387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5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Dev + Ops = &lt;3</a:t>
            </a:r>
            <a:endParaRPr/>
          </a:p>
        </p:txBody>
      </p:sp>
      <p:sp>
        <p:nvSpPr>
          <p:cNvPr id="799" name="Google Shape;799;p56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Mais clairement pas tout ça !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57"/>
          <p:cNvSpPr txBox="1"/>
          <p:nvPr>
            <p:ph type="title"/>
          </p:nvPr>
        </p:nvSpPr>
        <p:spPr>
          <a:xfrm>
            <a:off x="715050" y="960600"/>
            <a:ext cx="7713900" cy="32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Focus on Build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5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Focus on Build</a:t>
            </a:r>
            <a:endParaRPr/>
          </a:p>
        </p:txBody>
      </p:sp>
      <p:sp>
        <p:nvSpPr>
          <p:cNvPr id="810" name="Google Shape;810;p58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Pour l’instant on va se concentrer sur la partie build, petit focus sur Docker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5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Focus on Build</a:t>
            </a:r>
            <a:endParaRPr/>
          </a:p>
        </p:txBody>
      </p:sp>
      <p:sp>
        <p:nvSpPr>
          <p:cNvPr id="816" name="Google Shape;816;p59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Docker est un outil de </a:t>
            </a:r>
            <a:r>
              <a:rPr lang="fr"/>
              <a:t>conteneurisation</a:t>
            </a:r>
            <a:r>
              <a:rPr lang="fr"/>
              <a:t>, à ne pas confondre avec les machines virtuelles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6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Focus on Build</a:t>
            </a:r>
            <a:endParaRPr/>
          </a:p>
        </p:txBody>
      </p:sp>
      <p:sp>
        <p:nvSpPr>
          <p:cNvPr id="822" name="Google Shape;822;p60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3" name="Google Shape;82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1275" y="1049038"/>
            <a:ext cx="5581450" cy="362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6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Focus on Build</a:t>
            </a:r>
            <a:endParaRPr/>
          </a:p>
        </p:txBody>
      </p:sp>
      <p:sp>
        <p:nvSpPr>
          <p:cNvPr id="829" name="Google Shape;829;p6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Un container = Une application et rien de plus, c’est ce qu’on appelle un architecture microservice.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Et on suit en même temps les principes agile.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6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Focus on Build</a:t>
            </a:r>
            <a:endParaRPr/>
          </a:p>
        </p:txBody>
      </p:sp>
      <p:sp>
        <p:nvSpPr>
          <p:cNvPr id="835" name="Google Shape;835;p62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La technologie des containers existe depuis longtemps mais Docker l’a remis au </a:t>
            </a:r>
            <a:r>
              <a:rPr lang="fr"/>
              <a:t>goût</a:t>
            </a:r>
            <a:r>
              <a:rPr lang="fr"/>
              <a:t> du jour, il </a:t>
            </a:r>
            <a:r>
              <a:rPr lang="fr"/>
              <a:t>s'inspire</a:t>
            </a:r>
            <a:r>
              <a:rPr lang="fr"/>
              <a:t> de LXD autre techo de containerisation plus ancienne et complexe.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Mais encore </a:t>
            </a:r>
            <a:r>
              <a:rPr lang="fr"/>
              <a:t>utilisée.</a:t>
            </a:r>
            <a:r>
              <a:rPr lang="fr"/>
              <a:t>  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6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Focus on Build</a:t>
            </a:r>
            <a:endParaRPr/>
          </a:p>
        </p:txBody>
      </p:sp>
      <p:sp>
        <p:nvSpPr>
          <p:cNvPr id="841" name="Google Shape;841;p6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Docker se </a:t>
            </a:r>
            <a:r>
              <a:rPr lang="fr"/>
              <a:t>présente</a:t>
            </a:r>
            <a:r>
              <a:rPr lang="fr"/>
              <a:t> sous forme d’image et cette </a:t>
            </a:r>
            <a:r>
              <a:rPr b="1" lang="fr"/>
              <a:t>image</a:t>
            </a:r>
            <a:r>
              <a:rPr lang="fr"/>
              <a:t> fournit un service, un serveur http, mysql, redis etc.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On </a:t>
            </a:r>
            <a:r>
              <a:rPr lang="fr"/>
              <a:t>récupère</a:t>
            </a:r>
            <a:r>
              <a:rPr lang="fr"/>
              <a:t> les images depuis les </a:t>
            </a:r>
            <a:r>
              <a:rPr b="1" lang="fr"/>
              <a:t>registres publiques</a:t>
            </a:r>
            <a:r>
              <a:rPr lang="fr"/>
              <a:t> (hub.docker.com), mais il est possible d’avoir des </a:t>
            </a:r>
            <a:r>
              <a:rPr b="1" lang="fr"/>
              <a:t>registres privé </a:t>
            </a:r>
            <a:endParaRPr b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6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Focus on Build</a:t>
            </a:r>
            <a:endParaRPr/>
          </a:p>
        </p:txBody>
      </p:sp>
      <p:sp>
        <p:nvSpPr>
          <p:cNvPr id="847" name="Google Shape;847;p6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Pour </a:t>
            </a:r>
            <a:r>
              <a:rPr lang="fr"/>
              <a:t>récupérer</a:t>
            </a:r>
            <a:r>
              <a:rPr lang="fr"/>
              <a:t> une image d’un registre on utilise la commande </a:t>
            </a:r>
            <a:r>
              <a:rPr b="1" lang="fr"/>
              <a:t>docker pull </a:t>
            </a:r>
            <a:r>
              <a:rPr b="1" lang="fr"/>
              <a:t>&lt;nom de l’image&gt;</a:t>
            </a:r>
            <a:r>
              <a:rPr lang="fr"/>
              <a:t>, pour envoyer une image c’est </a:t>
            </a:r>
            <a:r>
              <a:rPr b="1" lang="fr"/>
              <a:t>docker push </a:t>
            </a:r>
            <a:r>
              <a:rPr b="1" lang="fr"/>
              <a:t>&lt;nom de l’image&gt;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Une fois qu’on a </a:t>
            </a:r>
            <a:r>
              <a:rPr lang="fr"/>
              <a:t>récupéré</a:t>
            </a:r>
            <a:r>
              <a:rPr lang="fr"/>
              <a:t> une image on peut la lancer avec </a:t>
            </a:r>
            <a:r>
              <a:rPr b="1" lang="fr"/>
              <a:t>docker run &lt;nom de l’image&gt;</a:t>
            </a:r>
            <a:endParaRPr b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6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Focus on Build</a:t>
            </a:r>
            <a:endParaRPr/>
          </a:p>
        </p:txBody>
      </p:sp>
      <p:sp>
        <p:nvSpPr>
          <p:cNvPr id="853" name="Google Shape;853;p65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Par exemple, si vous faites </a:t>
            </a:r>
            <a:r>
              <a:rPr b="1" lang="fr"/>
              <a:t>docker run hello-world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Si vous n’avez pas l’image elle va se </a:t>
            </a:r>
            <a:r>
              <a:rPr lang="fr"/>
              <a:t>télécharger</a:t>
            </a:r>
            <a:r>
              <a:rPr lang="fr"/>
              <a:t> et se lancer, sinon elle sera juste lancé.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Vous pouvez lister l’ensemble des images présente sur votre système avec la commande </a:t>
            </a:r>
            <a:r>
              <a:rPr b="1" lang="fr"/>
              <a:t>docker images</a:t>
            </a:r>
            <a:endParaRPr b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6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Focus on Build</a:t>
            </a:r>
            <a:endParaRPr/>
          </a:p>
        </p:txBody>
      </p:sp>
      <p:sp>
        <p:nvSpPr>
          <p:cNvPr id="859" name="Google Shape;859;p66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Idéalement</a:t>
            </a:r>
            <a:r>
              <a:rPr lang="fr"/>
              <a:t> on utilise toujours les images faites par les constructeurs, qui mieux que MySQL peut me fournir un container MySQL optimisé et </a:t>
            </a:r>
            <a:r>
              <a:rPr lang="fr"/>
              <a:t>sécurisé</a:t>
            </a:r>
            <a:r>
              <a:rPr lang="fr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Par contre dans certains cas on a besoin de faire des images “maison” pour s’adapter aux besoins.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Dans ce cas la on utilise un </a:t>
            </a:r>
            <a:r>
              <a:rPr b="1" lang="fr"/>
              <a:t>Dockerfile </a:t>
            </a:r>
            <a:r>
              <a:rPr lang="fr"/>
              <a:t>qui est le fichier permettant de </a:t>
            </a:r>
            <a:r>
              <a:rPr lang="fr"/>
              <a:t>décrire</a:t>
            </a:r>
            <a:r>
              <a:rPr lang="fr"/>
              <a:t> une image docker.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6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Focus on Build</a:t>
            </a:r>
            <a:endParaRPr/>
          </a:p>
        </p:txBody>
      </p:sp>
      <p:sp>
        <p:nvSpPr>
          <p:cNvPr id="865" name="Google Shape;865;p67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Un </a:t>
            </a:r>
            <a:r>
              <a:rPr b="1" lang="fr"/>
              <a:t>D</a:t>
            </a:r>
            <a:r>
              <a:rPr b="1" lang="fr"/>
              <a:t>ockerfile</a:t>
            </a:r>
            <a:r>
              <a:rPr lang="fr"/>
              <a:t> est composé de plusieurs mots </a:t>
            </a:r>
            <a:r>
              <a:rPr lang="fr"/>
              <a:t>clés dont certains obligatoire comme FROM, CMD ou ENTRYPOINT.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Ou encore RUN, VOLUMES, EXPOSE, COPY, ADD, ENV, ARG, USER, HEALTHCHECK, LABEL, WORKDIR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En gros ca nous donne ceci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6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Focus on Build</a:t>
            </a:r>
            <a:endParaRPr/>
          </a:p>
        </p:txBody>
      </p:sp>
      <p:sp>
        <p:nvSpPr>
          <p:cNvPr id="871" name="Google Shape;871;p68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FROM --platform=linux/amd64 ubuntu:18.04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ARG MANGOS_VERSION='v22.04.6'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RUN apt-get -y update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RUN apt-get -y install git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RUN git clone -b $MANGOS_VERSION https://github.com/mangoszero/server.git /home/ --recursive --depth=1 &amp;&amp; 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    mkdir /home/build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RUN apt update -y &amp;&amp; apt install -y curl autoconf automake libbz2-dev libace-dev libssl-dev libmysqlclient-dev libtool build-essential gpg wget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RUN wget -O - https://apt.kitware.com/keys/kitware-archive-latest.asc 2&gt;/dev/null | gpg --dearmor - | tee /usr/share/keyrings/kitware-archive-keyring.gpg &gt;/dev/null &amp;&amp; 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    echo 'deb [signed-by=/usr/share/keyrings/kitware-archive-keyring.gpg] https://apt.kitware.com/ubuntu/ bionic main' | tee /etc/apt/sources.list.d/kitware.list &gt;/dev/null &amp;&amp; 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    apt-get update &amp;&amp; 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    apt-get -y install cmake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WORKDIR /home/build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6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Focus on Build</a:t>
            </a:r>
            <a:endParaRPr/>
          </a:p>
        </p:txBody>
      </p:sp>
      <p:sp>
        <p:nvSpPr>
          <p:cNvPr id="877" name="Google Shape;877;p69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Et lorsque votre fichier est </a:t>
            </a:r>
            <a:r>
              <a:rPr lang="fr"/>
              <a:t>prêt</a:t>
            </a:r>
            <a:r>
              <a:rPr lang="fr"/>
              <a:t> vous pouvez utiliser la commande </a:t>
            </a:r>
            <a:r>
              <a:rPr b="1" lang="fr"/>
              <a:t>docker build </a:t>
            </a:r>
            <a:r>
              <a:rPr lang="fr"/>
              <a:t>pour builder votre image.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nom d’une image se construit le plus souvent sous ce format: &lt;</a:t>
            </a:r>
            <a:r>
              <a:rPr lang="fr"/>
              <a:t>propriétaire</a:t>
            </a:r>
            <a:r>
              <a:rPr lang="fr"/>
              <a:t>&gt;/&lt;nom de l’image&gt;:&lt;version ou tag&gt; -&gt; </a:t>
            </a:r>
            <a:r>
              <a:rPr b="1" lang="fr"/>
              <a:t>docker build -t nomadevops.registry.com/mon_image:v1.0.0 .</a:t>
            </a:r>
            <a:endParaRPr b="1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7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Focus on Build</a:t>
            </a:r>
            <a:endParaRPr/>
          </a:p>
        </p:txBody>
      </p:sp>
      <p:sp>
        <p:nvSpPr>
          <p:cNvPr id="883" name="Google Shape;883;p70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Attention, le but d’une image Docker est de rester le plus </a:t>
            </a:r>
            <a:r>
              <a:rPr lang="fr"/>
              <a:t>léger</a:t>
            </a:r>
            <a:r>
              <a:rPr lang="fr"/>
              <a:t> possible, en incluant uniquement le strict nécessaire.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Il est possible de build une image en multi-stage, ce sont plusieurs </a:t>
            </a:r>
            <a:r>
              <a:rPr lang="fr"/>
              <a:t>étapes</a:t>
            </a:r>
            <a:r>
              <a:rPr lang="fr"/>
              <a:t> qui vont nous permettre de build notre image de la </a:t>
            </a:r>
            <a:r>
              <a:rPr lang="fr"/>
              <a:t>façon</a:t>
            </a:r>
            <a:r>
              <a:rPr lang="fr"/>
              <a:t> la plus </a:t>
            </a:r>
            <a:r>
              <a:rPr lang="fr"/>
              <a:t>légère</a:t>
            </a:r>
            <a:r>
              <a:rPr lang="fr"/>
              <a:t> possible. </a:t>
            </a:r>
            <a:endParaRPr b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7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Focus on Build</a:t>
            </a:r>
            <a:endParaRPr/>
          </a:p>
        </p:txBody>
      </p:sp>
      <p:sp>
        <p:nvSpPr>
          <p:cNvPr id="889" name="Google Shape;889;p7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ARG MANGOS_VERSION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FROM --platform=linux/amd64 joffreydupire/mangos-base:$MANGOS_VERSION as build-mangos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WORKDIR /home/build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RUN cmake .. -DCMAKE_INSTALL_PREFIX=/mangos -DBUILD_MANGOSD=1 -DBUILD_REALMD=0 -DBUILD_TOOLS=0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RUN make -j4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RUN make install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FROM --platform=linux/amd64 ubuntu:18.04 as mangos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RUN apt-get -y update &amp;&amp; apt-get -y upgrade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RUN apt-get -y install libmysqlclient20 openssl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COPY --from=build-mangos /mangos/bin/mangosd /usr/local/bin/mangosd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COPY --from=build-mangos /etc/mangosd.conf.dist /etc/mangos/mangosd.conf.dist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COPY --from=build-mangos /etc/mangosd.conf.dist /etc/mangos/mangosd.conf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COPY --from=build-mangos /mangos /etc/mangos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RUN chmod +x /usr/local/bin/mangosd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VOLUME ["/etc/mangos"]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EXPOSE 8085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CMD [ "/usr/local/bin/mangosd","-c","/etc/mangos/mangosd.conf" 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7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Focus on Build</a:t>
            </a:r>
            <a:endParaRPr/>
          </a:p>
        </p:txBody>
      </p:sp>
      <p:sp>
        <p:nvSpPr>
          <p:cNvPr id="895" name="Google Shape;895;p72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Et </a:t>
            </a:r>
            <a:r>
              <a:rPr lang="fr"/>
              <a:t>idéalement</a:t>
            </a:r>
            <a:r>
              <a:rPr lang="fr"/>
              <a:t> un crée un utilisateur </a:t>
            </a:r>
            <a:r>
              <a:rPr lang="fr"/>
              <a:t>spécifique</a:t>
            </a:r>
            <a:r>
              <a:rPr lang="fr"/>
              <a:t> qui n’aura que les droits </a:t>
            </a:r>
            <a:r>
              <a:rPr lang="fr"/>
              <a:t>d'exécution</a:t>
            </a:r>
            <a:r>
              <a:rPr lang="fr"/>
              <a:t> sur le binaire et les droits de lecture et </a:t>
            </a:r>
            <a:r>
              <a:rPr lang="fr"/>
              <a:t>écriture</a:t>
            </a:r>
            <a:r>
              <a:rPr lang="fr"/>
              <a:t> dans ses dossiers.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On peut </a:t>
            </a:r>
            <a:r>
              <a:rPr lang="fr"/>
              <a:t>également</a:t>
            </a:r>
            <a:r>
              <a:rPr lang="fr"/>
              <a:t> faire des verifications de securite avec docker scout ou encore trivy pour s’assurer que l’image est bien </a:t>
            </a:r>
            <a:r>
              <a:rPr lang="fr"/>
              <a:t>sécurisé</a:t>
            </a:r>
            <a:r>
              <a:rPr lang="fr"/>
              <a:t> et configuré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7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Focus on Build</a:t>
            </a:r>
            <a:endParaRPr/>
          </a:p>
        </p:txBody>
      </p:sp>
      <p:sp>
        <p:nvSpPr>
          <p:cNvPr id="901" name="Google Shape;901;p7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Une fois qu’on a une image bien configuré et sécurisé on peut la lancer, mais vu que nous somme dans une architecture microservice dans certains cas nous </a:t>
            </a:r>
            <a:r>
              <a:rPr lang="fr"/>
              <a:t>aurons</a:t>
            </a:r>
            <a:r>
              <a:rPr lang="fr"/>
              <a:t> besoin de lancer d’autres containers.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Et c’est la qu’intervient le </a:t>
            </a:r>
            <a:r>
              <a:rPr b="1" lang="fr"/>
              <a:t>docker-compose.yml </a:t>
            </a:r>
            <a:r>
              <a:rPr lang="fr"/>
              <a:t>il va nous permettre de lancer plusieurs services sur le même </a:t>
            </a:r>
            <a:r>
              <a:rPr b="1" lang="fr"/>
              <a:t>réseau</a:t>
            </a:r>
            <a:r>
              <a:rPr lang="fr"/>
              <a:t> docker ce qui leurs permettra de communiquer ensemble de façon sécurisé.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7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Focus on Build</a:t>
            </a:r>
            <a:endParaRPr/>
          </a:p>
        </p:txBody>
      </p:sp>
      <p:sp>
        <p:nvSpPr>
          <p:cNvPr id="907" name="Google Shape;907;p7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version: '3'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services: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 azure-vote-back: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   image: mcr.microsoft.com/oss/bitnami/redis:6.0.8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   container_name: azure-vote-back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   environment: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     ALLOW_EMPTY_PASSWORD: "yes"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   ports: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       - "6379:6379"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 azure-vote-front: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   build: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   environment: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     REDIS: azure-vote-back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   ports: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       - "8080:80"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7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Focus on Build</a:t>
            </a:r>
            <a:endParaRPr/>
          </a:p>
        </p:txBody>
      </p:sp>
      <p:sp>
        <p:nvSpPr>
          <p:cNvPr id="913" name="Google Shape;913;p75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Avec la commande </a:t>
            </a:r>
            <a:r>
              <a:rPr b="1" lang="fr"/>
              <a:t>docker-compose up </a:t>
            </a:r>
            <a:r>
              <a:rPr lang="fr"/>
              <a:t>on lance l’ensemble des services </a:t>
            </a:r>
            <a:r>
              <a:rPr lang="fr"/>
              <a:t>définis</a:t>
            </a:r>
            <a:r>
              <a:rPr lang="fr"/>
              <a:t> dans le fichier docker-compose.yml</a:t>
            </a:r>
            <a:r>
              <a:rPr b="1" lang="fr"/>
              <a:t> </a:t>
            </a:r>
            <a:r>
              <a:rPr lang="fr"/>
              <a:t> 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76"/>
          <p:cNvSpPr txBox="1"/>
          <p:nvPr>
            <p:ph type="title"/>
          </p:nvPr>
        </p:nvSpPr>
        <p:spPr>
          <a:xfrm>
            <a:off x="715100" y="1547575"/>
            <a:ext cx="4661100" cy="64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Focus on Build</a:t>
            </a:r>
            <a:endParaRPr/>
          </a:p>
        </p:txBody>
      </p:sp>
      <p:sp>
        <p:nvSpPr>
          <p:cNvPr id="919" name="Google Shape;919;p76"/>
          <p:cNvSpPr txBox="1"/>
          <p:nvPr>
            <p:ph idx="1" type="subTitle"/>
          </p:nvPr>
        </p:nvSpPr>
        <p:spPr>
          <a:xfrm>
            <a:off x="715100" y="2305922"/>
            <a:ext cx="4661100" cy="129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Petite pause pratique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7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Focus on Build</a:t>
            </a:r>
            <a:endParaRPr/>
          </a:p>
        </p:txBody>
      </p:sp>
      <p:sp>
        <p:nvSpPr>
          <p:cNvPr id="925" name="Google Shape;925;p77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Récupérer</a:t>
            </a:r>
            <a:r>
              <a:rPr lang="fr"/>
              <a:t> le code de la voting-app sur Moodle, et </a:t>
            </a:r>
            <a:r>
              <a:rPr lang="fr"/>
              <a:t>créer</a:t>
            </a:r>
            <a:r>
              <a:rPr lang="fr"/>
              <a:t> un container docker avec un dockerfile.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59080" lvl="0" marL="457200" rtl="0" algn="l">
              <a:spcBef>
                <a:spcPts val="0"/>
              </a:spcBef>
              <a:spcAft>
                <a:spcPts val="0"/>
              </a:spcAft>
              <a:buSzPts val="480"/>
              <a:buAutoNum type="arabicPeriod"/>
            </a:pPr>
            <a:r>
              <a:rPr lang="fr"/>
              <a:t>L’application est </a:t>
            </a:r>
            <a:r>
              <a:rPr lang="fr"/>
              <a:t>écrite</a:t>
            </a:r>
            <a:r>
              <a:rPr lang="fr"/>
              <a:t> en Python</a:t>
            </a:r>
            <a:endParaRPr/>
          </a:p>
          <a:p>
            <a:pPr indent="-259080" lvl="0" marL="457200" rtl="0" algn="l">
              <a:spcBef>
                <a:spcPts val="0"/>
              </a:spcBef>
              <a:spcAft>
                <a:spcPts val="0"/>
              </a:spcAft>
              <a:buSzPts val="480"/>
              <a:buAutoNum type="arabicPeriod"/>
            </a:pPr>
            <a:r>
              <a:rPr lang="fr"/>
              <a:t>Elle a besoin des librairie Redis et flask pour fonctionner correctement (idéalement utiliser un fichier requirements.txt).</a:t>
            </a:r>
            <a:endParaRPr/>
          </a:p>
          <a:p>
            <a:pPr indent="-259080" lvl="0" marL="457200" rtl="0" algn="l">
              <a:spcBef>
                <a:spcPts val="0"/>
              </a:spcBef>
              <a:spcAft>
                <a:spcPts val="0"/>
              </a:spcAft>
              <a:buSzPts val="480"/>
              <a:buAutoNum type="arabicPeriod"/>
            </a:pPr>
            <a:r>
              <a:rPr lang="fr"/>
              <a:t>L’application doit tourner sur le port 80/tcp uniquement.</a:t>
            </a:r>
            <a:endParaRPr/>
          </a:p>
          <a:p>
            <a:pPr indent="-259080" lvl="0" marL="457200" rtl="0" algn="l">
              <a:spcBef>
                <a:spcPts val="0"/>
              </a:spcBef>
              <a:spcAft>
                <a:spcPts val="0"/>
              </a:spcAft>
              <a:buSzPts val="480"/>
              <a:buAutoNum type="arabicPeriod"/>
            </a:pPr>
            <a:r>
              <a:rPr lang="fr"/>
              <a:t>Le container aura 2 variables d’environnements:</a:t>
            </a:r>
            <a:endParaRPr/>
          </a:p>
          <a:p>
            <a:pPr indent="-234950" lvl="1" marL="914400" rtl="0" algn="l">
              <a:spcBef>
                <a:spcPts val="0"/>
              </a:spcBef>
              <a:spcAft>
                <a:spcPts val="0"/>
              </a:spcAft>
              <a:buSzPts val="100"/>
              <a:buAutoNum type="alphaLcPeriod"/>
            </a:pPr>
            <a:r>
              <a:rPr lang="fr" sz="1000"/>
              <a:t>- REDIS pour le lien vers le serveur Redis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AutoNum type="alphaLcPeriod"/>
            </a:pPr>
            <a:r>
              <a:rPr lang="fr" sz="1000"/>
              <a:t>- REDIS_PWD qui sera le mot de passe pour se connecter au Redis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fr"/>
              <a:t>L’application doit avoir un healthcheck sur le service </a:t>
            </a:r>
            <a:r>
              <a:rPr lang="fr"/>
              <a:t>qu'elle</a:t>
            </a:r>
            <a:r>
              <a:rPr lang="fr"/>
              <a:t> fournit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fr"/>
              <a:t>Ecrire le fichier docker-compose.yml qui lance le build et lance le container de la voting-app ainsi qu’un container pour redis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Au docker-compose up, votre application doit </a:t>
            </a:r>
            <a:r>
              <a:rPr lang="fr"/>
              <a:t>démarrer</a:t>
            </a:r>
            <a:r>
              <a:rPr lang="fr"/>
              <a:t> correctement sans erreur et être accessible sur http://localhost:8080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mputer Science &amp; Mathematics Major for College: Software &amp; Media Application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FFFFFF"/>
      </a:lt2>
      <a:accent1>
        <a:srgbClr val="B7B7B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